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64" r:id="rId6"/>
    <p:sldId id="280" r:id="rId7"/>
    <p:sldId id="258" r:id="rId8"/>
    <p:sldId id="259" r:id="rId9"/>
    <p:sldId id="265" r:id="rId10"/>
    <p:sldId id="260" r:id="rId11"/>
    <p:sldId id="268" r:id="rId12"/>
    <p:sldId id="270" r:id="rId13"/>
    <p:sldId id="272" r:id="rId14"/>
    <p:sldId id="281" r:id="rId15"/>
    <p:sldId id="276" r:id="rId16"/>
    <p:sldId id="277" r:id="rId17"/>
    <p:sldId id="262" r:id="rId18"/>
    <p:sldId id="261" r:id="rId19"/>
  </p:sldIdLst>
  <p:sldSz cx="12192000" cy="6858000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Lufga" panose="020B0604020202020204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  <p:embeddedFont>
      <p:font typeface="Segoe UI Semibold" panose="020B0702040204020203" pitchFamily="34" charset="0"/>
      <p:bold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CA66"/>
    <a:srgbClr val="D55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B4090C-9EF0-44B8-94D8-88329909BCF7}" v="1" dt="2026-01-16T05:15:13.439"/>
    <p1510:client id="{9302ED8C-FB82-4919-94E2-50C9F35C7678}" v="26" dt="2026-01-16T14:35:09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3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1EE9-D2EB-5C33-5725-4B56BABCE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FF3D8-AB67-38B5-1DB8-13C26FBF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9F7B-8A59-C812-FD25-1CBB6D6D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BB246-1223-15CE-B4CB-B70E38C0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131C6-CA25-98DF-4895-90803E63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4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5CA2-6192-B719-0129-5B99DFC2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B096-5F51-307E-2A47-27DB991E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CC6AD-0EDA-F588-5329-96934F25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1E12E-3351-7F31-096A-6AB3708B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33FE4-F459-6950-4CF0-F4CC2C5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3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8F73-9284-754F-2F52-5CA80E2F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D1591-AA24-2C74-8AFF-096689AB0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F26C6-800B-3E61-77C4-14D3B72F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E1F0F-EBE5-4723-FC50-AAB6F2CE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C0FA-5807-18E5-587B-B7A2B701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2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E9F2-628C-8C88-249F-BFAB1634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86485-B644-0558-A7FD-AEAED4D79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71156-96F1-92CE-B6C3-F94A91C77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E0C72-0A44-3BEF-9C26-53713E0A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DD2E6-223F-35FA-E94D-9117D9FCA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0FB03-F720-5DC2-E42E-B57B8403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0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6A22-53C5-7F35-DF9D-69CE4B1B1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FDE2A-DA52-71E3-7C68-83F53C35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E3F1D-D3C0-24FE-284E-D5F1685FD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7EFE4-4199-4006-38D6-DAA05F029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10480-9ED0-5B36-B2B4-EF74717E5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E6096-BD1F-82DC-C745-D6704A31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5FBAF-DF93-6D1A-1815-D8DB05A5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F9DBD-E7D2-5098-97C5-9D308595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9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CF4B-55BB-19C7-00C7-FAB06E7B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F63C3-058A-49D0-E59D-77071B1A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9C61C-F827-8DE6-FB2D-73A2F047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1985B-B925-4C4C-6BF1-30AFC0EF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2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9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4608-5700-7ABB-3B11-17A1733A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5985A-A762-6D68-96CE-708156E80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CDE34-99E1-7839-2B0F-94EB04F11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65DE-2586-726F-D9F1-B6556478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1ACA4-246B-2D2B-B0A2-7B3B8364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DF95E-B6AF-9DC2-75C4-EFE145AA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9783-0310-DE24-EA8E-68868C60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4A9A4-8063-FD4E-B52F-870A335E6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D6CD9-31F2-5B1E-5A4A-5C38DC7E9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85EA1-5BC1-7832-B7F5-F4D0D810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D3897-C011-118D-F95A-F28E8241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489DB-5854-05BE-CA9A-8C12A93A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9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7F6B-1E32-634B-ECF5-914F3481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42C2E-B674-7B94-0CEA-FA799A6CC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02D8-568D-7D89-F880-BC7CB7B8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08C1-9A9A-6346-9A12-1D3610C7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F3EC-8378-D48B-33A6-5CE4EE94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6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EEE578-E2D0-5B96-36A3-22987888E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01419-F51A-A866-89B2-A6DA5883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03C4B-965E-E49C-1E6E-2DB208DB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68E58-6C96-B2BB-7FAB-B4405AD0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4CAE-BF6F-C7AC-625B-80BE10E0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52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346B86B-2468-6155-A720-A0EFB753C672}"/>
              </a:ext>
            </a:extLst>
          </p:cNvPr>
          <p:cNvSpPr/>
          <p:nvPr userDrawn="1"/>
        </p:nvSpPr>
        <p:spPr>
          <a:xfrm>
            <a:off x="1" y="0"/>
            <a:ext cx="14869212" cy="7791254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FC26DAE-1827-C41B-7410-804EE11657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060" y="5381681"/>
            <a:ext cx="1325880" cy="13258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E193DA4-9750-86A2-1EBF-83A1C1D858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047" y="3977338"/>
            <a:ext cx="6201952" cy="868273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1D64B98-4BAD-E3B2-D745-114C2B2B2D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542" y="4036391"/>
            <a:ext cx="4134090" cy="961768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EFA429FA-AAD6-205B-7B6C-43F36B73A23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5757" t="37435" r="-13983" b="38206"/>
          <a:stretch>
            <a:fillRect/>
          </a:stretch>
        </p:blipFill>
        <p:spPr>
          <a:xfrm>
            <a:off x="6096000" y="1770730"/>
            <a:ext cx="5802923" cy="167053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A874BF3-5966-B9B0-541C-A9FED883571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1801" t="30054" r="22643" b="26240"/>
          <a:stretch>
            <a:fillRect/>
          </a:stretch>
        </p:blipFill>
        <p:spPr>
          <a:xfrm>
            <a:off x="735542" y="2052594"/>
            <a:ext cx="4430346" cy="160500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E146BC5-D103-7374-8C6A-5CA2726E2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Thanks to our Sponsors !</a:t>
            </a:r>
          </a:p>
        </p:txBody>
      </p:sp>
      <p:pic>
        <p:nvPicPr>
          <p:cNvPr id="3" name="Picture 7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6DC7ED83-EFF3-D293-18EC-0B9D2B2F1F9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-542925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9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ilhouette of a city&#10;&#10;AI-generated content may be incorrect.">
            <a:extLst>
              <a:ext uri="{FF2B5EF4-FFF2-40B4-BE49-F238E27FC236}">
                <a16:creationId xmlns:a16="http://schemas.microsoft.com/office/drawing/2014/main" id="{E134ECA9-9007-251D-BF9F-93E1B19975D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8A224-A07F-D1CC-488A-32F01743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CCA1-C758-6EF9-6BA9-6868514C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722D6-AE58-5C40-599F-4E9DAEEC9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3396F-A861-4C1C-A7E9-F53FB1B01DF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D2FAF-006F-1388-18F2-1A8758C63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8DBDE-7680-E54A-7822-E5230C6A6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5090FE9-6F62-0D72-68E0-1450118534C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-542925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2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7CA66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camp-barcelona-2026.sessionize.com/" TargetMode="External"/><Relationship Id="rId2" Type="http://schemas.openxmlformats.org/officeDocument/2006/relationships/hyperlink" Target="https://globalaibarcelona.es/schedule/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lobal-ai-barcelona/" TargetMode="External"/><Relationship Id="rId2" Type="http://schemas.openxmlformats.org/officeDocument/2006/relationships/hyperlink" Target="https://globalaibarcelona.es/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hyperlink" Target="https://x.com/GlobalAIBarn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linkedin.com/in/global-ai-barcelona/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uMMusrdRHZA?feature=oembed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B052921A-3A88-4106-9DCD-6D9EC7CF2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artoon of a castle&#10;&#10;AI-generated content may be incorrect.">
            <a:extLst>
              <a:ext uri="{FF2B5EF4-FFF2-40B4-BE49-F238E27FC236}">
                <a16:creationId xmlns:a16="http://schemas.microsoft.com/office/drawing/2014/main" id="{CAADBD75-41C5-9AD3-64E5-3A9334383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436" y="846545"/>
            <a:ext cx="4601498" cy="4601498"/>
          </a:xfrm>
          <a:prstGeom prst="roundRect">
            <a:avLst>
              <a:gd name="adj" fmla="val 3212"/>
            </a:avLst>
          </a:prstGeom>
          <a:ln>
            <a:noFill/>
          </a:ln>
          <a:effectLst>
            <a:outerShdw blurRad="368300" sx="111000" sy="111000" algn="ctr" rotWithShape="0">
              <a:prstClr val="black">
                <a:alpha val="35000"/>
              </a:prstClr>
            </a:outerShdw>
            <a:softEdge rad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CA3665-CB35-413E-1F31-79437097112F}"/>
              </a:ext>
            </a:extLst>
          </p:cNvPr>
          <p:cNvSpPr txBox="1"/>
          <p:nvPr/>
        </p:nvSpPr>
        <p:spPr>
          <a:xfrm>
            <a:off x="1104900" y="2808288"/>
            <a:ext cx="2278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14 March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410D43-10F7-4851-1B6C-6F85A50CA411}"/>
              </a:ext>
            </a:extLst>
          </p:cNvPr>
          <p:cNvSpPr txBox="1"/>
          <p:nvPr/>
        </p:nvSpPr>
        <p:spPr>
          <a:xfrm>
            <a:off x="1104899" y="3429000"/>
            <a:ext cx="3663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9:00 AM – 16:40 PM CST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75952-C96E-48F9-2ABD-6ECDC83151D4}"/>
              </a:ext>
            </a:extLst>
          </p:cNvPr>
          <p:cNvSpPr txBox="1"/>
          <p:nvPr/>
        </p:nvSpPr>
        <p:spPr>
          <a:xfrm>
            <a:off x="1104898" y="4049712"/>
            <a:ext cx="5036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Harbour Space Barcelona, Spain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829CCA-71F6-5990-A174-518EEB9C2D62}"/>
              </a:ext>
            </a:extLst>
          </p:cNvPr>
          <p:cNvSpPr txBox="1"/>
          <p:nvPr/>
        </p:nvSpPr>
        <p:spPr>
          <a:xfrm>
            <a:off x="3799869" y="6360399"/>
            <a:ext cx="17768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0" i="0" dirty="0">
                <a:solidFill>
                  <a:srgbClr val="FFFFFF"/>
                </a:solidFill>
                <a:effectLst/>
                <a:latin typeface="Lufga" panose="00000500000000000000" pitchFamily="50" charset="0"/>
              </a:rPr>
              <a:t>Sponsored by:</a:t>
            </a:r>
            <a:endParaRPr lang="en-US" sz="1600" dirty="0">
              <a:effectLst/>
              <a:latin typeface="Lufga" panose="00000500000000000000" pitchFamily="50" charset="0"/>
            </a:endParaRPr>
          </a:p>
        </p:txBody>
      </p:sp>
      <p:pic>
        <p:nvPicPr>
          <p:cNvPr id="16" name="Picture 15" descr="A white line icon of a calendar&#10;&#10;AI-generated content may be incorrect.">
            <a:extLst>
              <a:ext uri="{FF2B5EF4-FFF2-40B4-BE49-F238E27FC236}">
                <a16:creationId xmlns:a16="http://schemas.microsoft.com/office/drawing/2014/main" id="{47F2AF79-9C78-F084-7276-906BFD18E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" y="2896474"/>
            <a:ext cx="297575" cy="297575"/>
          </a:xfrm>
          <a:prstGeom prst="rect">
            <a:avLst/>
          </a:prstGeom>
        </p:spPr>
      </p:pic>
      <p:pic>
        <p:nvPicPr>
          <p:cNvPr id="17" name="Picture 16" descr="A white clock with a black background&#10;&#10;AI-generated content may be incorrect.">
            <a:extLst>
              <a:ext uri="{FF2B5EF4-FFF2-40B4-BE49-F238E27FC236}">
                <a16:creationId xmlns:a16="http://schemas.microsoft.com/office/drawing/2014/main" id="{FC936809-972F-ADEA-DA94-C8F28764D7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3523016"/>
            <a:ext cx="297575" cy="297575"/>
          </a:xfrm>
          <a:prstGeom prst="rect">
            <a:avLst/>
          </a:prstGeom>
        </p:spPr>
      </p:pic>
      <p:pic>
        <p:nvPicPr>
          <p:cNvPr id="18" name="Picture 17" descr="A white and black logo&#10;&#10;AI-generated content may be incorrect.">
            <a:extLst>
              <a:ext uri="{FF2B5EF4-FFF2-40B4-BE49-F238E27FC236}">
                <a16:creationId xmlns:a16="http://schemas.microsoft.com/office/drawing/2014/main" id="{CA6BEBB6-5AE1-13F8-3046-D9EE5805E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4149558"/>
            <a:ext cx="297575" cy="29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43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9C54D5-AF8C-8148-371F-100FC432CA3E}"/>
              </a:ext>
            </a:extLst>
          </p:cNvPr>
          <p:cNvSpPr txBox="1"/>
          <p:nvPr/>
        </p:nvSpPr>
        <p:spPr>
          <a:xfrm>
            <a:off x="2833188" y="500016"/>
            <a:ext cx="6300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Thanks to our sponsors</a:t>
            </a:r>
          </a:p>
        </p:txBody>
      </p:sp>
    </p:spTree>
    <p:extLst>
      <p:ext uri="{BB962C8B-B14F-4D97-AF65-F5344CB8AC3E}">
        <p14:creationId xmlns:p14="http://schemas.microsoft.com/office/powerpoint/2010/main" val="2786609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1F48-CC86-8B0D-3DEA-8B707C052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Donations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2D6AC-1C19-06EA-828A-E58F6A5F1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2773"/>
            <a:ext cx="10515600" cy="4351338"/>
          </a:xfrm>
        </p:spPr>
        <p:txBody>
          <a:bodyPr/>
          <a:lstStyle/>
          <a:p>
            <a:r>
              <a:rPr lang="en-US" dirty="0"/>
              <a:t>Jaime Arroyo</a:t>
            </a:r>
          </a:p>
          <a:p>
            <a:endParaRPr lang="en-US" dirty="0"/>
          </a:p>
          <a:p>
            <a:r>
              <a:rPr lang="en-US" dirty="0"/>
              <a:t>Daniil Dranga</a:t>
            </a:r>
          </a:p>
          <a:p>
            <a:endParaRPr lang="en-US" dirty="0"/>
          </a:p>
          <a:p>
            <a:r>
              <a:rPr lang="en-US" dirty="0"/>
              <a:t>Juan </a:t>
            </a:r>
            <a:r>
              <a:rPr lang="en-US" dirty="0" err="1"/>
              <a:t>Bacardit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21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1DEA-1479-95DF-4872-D4DA07593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Organizer Team</a:t>
            </a:r>
          </a:p>
        </p:txBody>
      </p:sp>
    </p:spTree>
    <p:extLst>
      <p:ext uri="{BB962C8B-B14F-4D97-AF65-F5344CB8AC3E}">
        <p14:creationId xmlns:p14="http://schemas.microsoft.com/office/powerpoint/2010/main" val="1887860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men with text on a white background&#10;&#10;AI-generated content may be incorrect.">
            <a:extLst>
              <a:ext uri="{FF2B5EF4-FFF2-40B4-BE49-F238E27FC236}">
                <a16:creationId xmlns:a16="http://schemas.microsoft.com/office/drawing/2014/main" id="{7164941B-69DF-C02A-981E-E50DC7397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13727"/>
            <a:ext cx="5791200" cy="3143250"/>
          </a:xfrm>
          <a:prstGeom prst="rect">
            <a:avLst/>
          </a:prstGeom>
        </p:spPr>
      </p:pic>
      <p:pic>
        <p:nvPicPr>
          <p:cNvPr id="3" name="Picture 2" descr="A group of men with text and words&#10;&#10;AI-generated content may be incorrect.">
            <a:extLst>
              <a:ext uri="{FF2B5EF4-FFF2-40B4-BE49-F238E27FC236}">
                <a16:creationId xmlns:a16="http://schemas.microsoft.com/office/drawing/2014/main" id="{E68A4286-6153-18E6-FEE6-DF4FC63F3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145" y="1013727"/>
            <a:ext cx="5097145" cy="2876550"/>
          </a:xfrm>
          <a:prstGeom prst="rect">
            <a:avLst/>
          </a:prstGeom>
        </p:spPr>
      </p:pic>
      <p:pic>
        <p:nvPicPr>
          <p:cNvPr id="6" name="Picture 5" descr="A group of men in different outfits&#10;&#10;AI-generated content may be incorrect.">
            <a:extLst>
              <a:ext uri="{FF2B5EF4-FFF2-40B4-BE49-F238E27FC236}">
                <a16:creationId xmlns:a16="http://schemas.microsoft.com/office/drawing/2014/main" id="{4E452CDC-E284-A1D0-CD65-91C1F6D80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145" y="4196612"/>
            <a:ext cx="4784090" cy="245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42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D6CB0-17D1-49DA-C9B5-B7026E87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24FB5B-317E-496D-0F46-629981662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0479" y="1623317"/>
            <a:ext cx="4910189" cy="480538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Segoe UI"/>
              </a:rPr>
              <a:t>Floor 6 –  Sessions  (Not possible to eat here)</a:t>
            </a:r>
          </a:p>
          <a:p>
            <a:endParaRPr lang="en-US" dirty="0">
              <a:solidFill>
                <a:schemeClr val="bg1"/>
              </a:solidFill>
              <a:cs typeface="Segoe UI"/>
            </a:endParaRPr>
          </a:p>
          <a:p>
            <a:r>
              <a:rPr lang="en-US" dirty="0">
                <a:solidFill>
                  <a:schemeClr val="bg1"/>
                </a:solidFill>
                <a:cs typeface="Segoe UI"/>
              </a:rPr>
              <a:t>Floor 1  -  Coffee Break and Lunch</a:t>
            </a:r>
          </a:p>
          <a:p>
            <a:endParaRPr lang="en-US" dirty="0">
              <a:solidFill>
                <a:schemeClr val="bg1"/>
              </a:solidFill>
              <a:cs typeface="Segoe UI"/>
            </a:endParaRPr>
          </a:p>
          <a:p>
            <a:r>
              <a:rPr lang="en-US" dirty="0">
                <a:solidFill>
                  <a:schemeClr val="bg1"/>
                </a:solidFill>
                <a:cs typeface="Segoe UI"/>
              </a:rPr>
              <a:t>Basement – Cafeteria</a:t>
            </a:r>
          </a:p>
          <a:p>
            <a:endParaRPr lang="en-US" dirty="0">
              <a:solidFill>
                <a:schemeClr val="bg1"/>
              </a:solidFill>
              <a:cs typeface="Segoe UI"/>
            </a:endParaRPr>
          </a:p>
          <a:p>
            <a:endParaRPr lang="en-US" dirty="0">
              <a:solidFill>
                <a:schemeClr val="bg1"/>
              </a:solidFill>
              <a:cs typeface="Segoe UI"/>
            </a:endParaRPr>
          </a:p>
          <a:p>
            <a:r>
              <a:rPr lang="en-US" dirty="0">
                <a:solidFill>
                  <a:schemeClr val="bg1"/>
                </a:solidFill>
                <a:cs typeface="Segoe UI"/>
              </a:rPr>
              <a:t>If you have any intolerance,  please contact staff, to list it.</a:t>
            </a:r>
          </a:p>
          <a:p>
            <a:endParaRPr lang="en-US" dirty="0">
              <a:solidFill>
                <a:schemeClr val="bg1"/>
              </a:solidFill>
              <a:cs typeface="Segoe UI"/>
            </a:endParaRPr>
          </a:p>
          <a:p>
            <a:endParaRPr lang="en-US" dirty="0">
              <a:solidFill>
                <a:schemeClr val="bg1"/>
              </a:solidFill>
              <a:cs typeface="Segoe UI"/>
            </a:endParaRPr>
          </a:p>
          <a:p>
            <a:endParaRPr lang="en-US" dirty="0">
              <a:solidFill>
                <a:schemeClr val="bg1"/>
              </a:solidFill>
              <a:cs typeface="Segoe UI"/>
            </a:endParaRPr>
          </a:p>
          <a:p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F59BE00-EE54-CD83-AB59-E30D06538E7D}"/>
              </a:ext>
            </a:extLst>
          </p:cNvPr>
          <p:cNvSpPr txBox="1">
            <a:spLocks/>
          </p:cNvSpPr>
          <p:nvPr/>
        </p:nvSpPr>
        <p:spPr>
          <a:xfrm>
            <a:off x="6414750" y="1623317"/>
            <a:ext cx="4910189" cy="4805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cs typeface="Segoe UI"/>
              </a:rPr>
              <a:t>Main Room–&gt; Open Space</a:t>
            </a:r>
          </a:p>
          <a:p>
            <a:endParaRPr lang="en-US" dirty="0">
              <a:cs typeface="Segoe UI"/>
            </a:endParaRPr>
          </a:p>
          <a:p>
            <a:r>
              <a:rPr lang="en-US" dirty="0">
                <a:solidFill>
                  <a:schemeClr val="bg1"/>
                </a:solidFill>
                <a:cs typeface="Segoe UI"/>
              </a:rPr>
              <a:t>Room 2 </a:t>
            </a:r>
          </a:p>
          <a:p>
            <a:endParaRPr lang="en-US" dirty="0">
              <a:cs typeface="Segoe UI"/>
            </a:endParaRPr>
          </a:p>
          <a:p>
            <a:r>
              <a:rPr lang="en-US">
                <a:solidFill>
                  <a:schemeClr val="bg1"/>
                </a:solidFill>
                <a:cs typeface="Segoe UI"/>
              </a:rPr>
              <a:t>Room 3</a:t>
            </a:r>
            <a:endParaRPr lang="en-US" dirty="0">
              <a:solidFill>
                <a:schemeClr val="bg1"/>
              </a:solidFill>
              <a:cs typeface="Segoe UI"/>
            </a:endParaRPr>
          </a:p>
          <a:p>
            <a:endParaRPr lang="en-US" dirty="0">
              <a:cs typeface="Segoe UI"/>
            </a:endParaRPr>
          </a:p>
          <a:p>
            <a:r>
              <a:rPr lang="en-US" dirty="0">
                <a:solidFill>
                  <a:schemeClr val="bg1"/>
                </a:solidFill>
                <a:cs typeface="Segoe UI"/>
              </a:rPr>
              <a:t>Networking Area</a:t>
            </a:r>
          </a:p>
          <a:p>
            <a:endParaRPr lang="en-US" dirty="0">
              <a:cs typeface="Segoe UI"/>
            </a:endParaRPr>
          </a:p>
          <a:p>
            <a:r>
              <a:rPr lang="en-US" dirty="0">
                <a:solidFill>
                  <a:schemeClr val="bg1"/>
                </a:solidFill>
                <a:cs typeface="Segoe UI"/>
              </a:rPr>
              <a:t>Sponsors / Goodies Area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E7700E-B533-2AF2-3C16-115AB53C2F66}"/>
              </a:ext>
            </a:extLst>
          </p:cNvPr>
          <p:cNvSpPr txBox="1">
            <a:spLocks/>
          </p:cNvSpPr>
          <p:nvPr/>
        </p:nvSpPr>
        <p:spPr>
          <a:xfrm>
            <a:off x="1212350" y="523982"/>
            <a:ext cx="7524108" cy="5510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en-US"/>
              <a:t>Venue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74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81CD1C-FFD6-46E6-5D2F-2F85391CEA4A}"/>
              </a:ext>
            </a:extLst>
          </p:cNvPr>
          <p:cNvSpPr txBox="1"/>
          <p:nvPr/>
        </p:nvSpPr>
        <p:spPr>
          <a:xfrm>
            <a:off x="1104113" y="176736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https://globalaibarcelona.es/schedule/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https://agentcamp-barcelona-2026.sessionize.com/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7B8FF-262D-994F-F763-EBB0DAD85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237" y="3338611"/>
            <a:ext cx="2967752" cy="29182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F9003E-019A-39AE-5B1F-644F3739F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9453" y="3338611"/>
            <a:ext cx="2918289" cy="29182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70CEC0-3E7D-3387-5FFB-0961DE46B742}"/>
              </a:ext>
            </a:extLst>
          </p:cNvPr>
          <p:cNvSpPr txBox="1"/>
          <p:nvPr/>
        </p:nvSpPr>
        <p:spPr>
          <a:xfrm>
            <a:off x="1190634" y="430679"/>
            <a:ext cx="60977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Schedule</a:t>
            </a:r>
          </a:p>
        </p:txBody>
      </p:sp>
    </p:spTree>
    <p:extLst>
      <p:ext uri="{BB962C8B-B14F-4D97-AF65-F5344CB8AC3E}">
        <p14:creationId xmlns:p14="http://schemas.microsoft.com/office/powerpoint/2010/main" val="400159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F2C3F-B827-1A63-1491-EBC58FF73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B05DF7-6FD8-EEDF-54C9-A51A4A6DCE15}"/>
              </a:ext>
            </a:extLst>
          </p:cNvPr>
          <p:cNvSpPr txBox="1"/>
          <p:nvPr/>
        </p:nvSpPr>
        <p:spPr>
          <a:xfrm>
            <a:off x="899707" y="1590603"/>
            <a:ext cx="71283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nsolas"/>
              </a:rPr>
              <a:t>Website: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latin typeface="Consola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https://globalaibarcelona.es/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latin typeface="Consolas"/>
              </a:rPr>
              <a:t>Social Networks: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latin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https://www.linkedin.com/in/global-ai-barcelona/</a:t>
            </a:r>
            <a:endParaRPr lang="en-US" sz="2400" dirty="0">
              <a:solidFill>
                <a:schemeClr val="bg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400" dirty="0">
                <a:solidFill>
                  <a:schemeClr val="bg1"/>
                </a:solidFill>
                <a:latin typeface="Consola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https://x.com/GlobalAIBarna</a:t>
            </a:r>
            <a:endParaRPr lang="en-US" sz="2400" dirty="0">
              <a:solidFill>
                <a:schemeClr val="bg1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00F809A-86E7-CD12-8A62-DF50C3932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0877" y="2855124"/>
            <a:ext cx="2438400" cy="2438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F826D2-82F1-30D9-0AC2-5A6E5DE0CB45}"/>
              </a:ext>
            </a:extLst>
          </p:cNvPr>
          <p:cNvSpPr txBox="1"/>
          <p:nvPr/>
        </p:nvSpPr>
        <p:spPr>
          <a:xfrm>
            <a:off x="899707" y="404527"/>
            <a:ext cx="60977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825236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0144E-E4CE-5320-27AC-BC80548C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7B9A07-9BF3-6D7E-7DB3-C65917B20BBB}"/>
              </a:ext>
            </a:extLst>
          </p:cNvPr>
          <p:cNvSpPr txBox="1"/>
          <p:nvPr/>
        </p:nvSpPr>
        <p:spPr>
          <a:xfrm>
            <a:off x="938732" y="1669586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5000000000000000000" pitchFamily="2" charset="2"/>
              <a:buChar char="•"/>
            </a:pPr>
            <a:r>
              <a:rPr lang="en-US" sz="2400" spc="-70" dirty="0">
                <a:solidFill>
                  <a:schemeClr val="bg1"/>
                </a:solidFill>
                <a:latin typeface="+mj-lt"/>
                <a:cs typeface="+mn-cs"/>
              </a:rPr>
              <a:t>Be present at the event during the raffle.  (Not staff, speakers)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en-US" sz="2400" spc="-70" dirty="0">
                <a:solidFill>
                  <a:schemeClr val="bg1"/>
                </a:solidFill>
                <a:latin typeface="+mj-lt"/>
                <a:cs typeface="+mn-cs"/>
              </a:rPr>
              <a:t>1 Post on LinkedIn or X mentioning our account.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endParaRPr lang="en-US" sz="2400" spc="-70" dirty="0">
              <a:solidFill>
                <a:schemeClr val="bg1"/>
              </a:solidFill>
              <a:latin typeface="+mj-lt"/>
              <a:cs typeface="+mn-cs"/>
            </a:endParaRPr>
          </a:p>
          <a:p>
            <a:pPr lvl="1"/>
            <a:r>
              <a:rPr lang="en-US" sz="2400" dirty="0">
                <a:solidFill>
                  <a:schemeClr val="bg1"/>
                </a:solidFill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https://www.linkedin.com/in/global-ai-barcelona/</a:t>
            </a:r>
            <a:endParaRPr lang="en-US" sz="2400" dirty="0">
              <a:solidFill>
                <a:schemeClr val="bg1"/>
              </a:solidFill>
              <a:cs typeface="+mn-cs"/>
            </a:endParaRPr>
          </a:p>
          <a:p>
            <a:endParaRPr lang="en-US" sz="2400" dirty="0"/>
          </a:p>
          <a:p>
            <a:pPr marL="342900" indent="-342900">
              <a:buFont typeface="Arial" panose="05000000000000000000" pitchFamily="2" charset="2"/>
              <a:buChar char="•"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4E434-E35E-0855-3C35-3D2677B20780}"/>
              </a:ext>
            </a:extLst>
          </p:cNvPr>
          <p:cNvSpPr txBox="1"/>
          <p:nvPr/>
        </p:nvSpPr>
        <p:spPr>
          <a:xfrm>
            <a:off x="1360179" y="453831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4 x 50 € Amazon gift card</a:t>
            </a:r>
            <a:endParaRPr lang="en-GB" sz="2800" dirty="0">
              <a:solidFill>
                <a:schemeClr val="bg1"/>
              </a:solidFill>
              <a:cs typeface="Segoe UI Semibold"/>
            </a:endParaRPr>
          </a:p>
        </p:txBody>
      </p:sp>
      <p:pic>
        <p:nvPicPr>
          <p:cNvPr id="7" name="Picture 6" descr="Two orange gift cards with white text&#10;&#10;AI-generated content may be incorrect.">
            <a:extLst>
              <a:ext uri="{FF2B5EF4-FFF2-40B4-BE49-F238E27FC236}">
                <a16:creationId xmlns:a16="http://schemas.microsoft.com/office/drawing/2014/main" id="{F69ACA7F-8CA4-9F25-2F07-56AC39EC0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595838" y="1898179"/>
            <a:ext cx="2089731" cy="37137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16722B-97ED-F0AF-FB31-1475033130C5}"/>
              </a:ext>
            </a:extLst>
          </p:cNvPr>
          <p:cNvSpPr txBox="1"/>
          <p:nvPr/>
        </p:nvSpPr>
        <p:spPr>
          <a:xfrm>
            <a:off x="1247163" y="467742"/>
            <a:ext cx="60977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Raffle</a:t>
            </a:r>
          </a:p>
        </p:txBody>
      </p:sp>
    </p:spTree>
    <p:extLst>
      <p:ext uri="{BB962C8B-B14F-4D97-AF65-F5344CB8AC3E}">
        <p14:creationId xmlns:p14="http://schemas.microsoft.com/office/powerpoint/2010/main" val="1398634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81F28-FD6C-2C85-698E-FD412B37C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5E4802-9E36-1C60-7242-36BD327CC30D}"/>
              </a:ext>
            </a:extLst>
          </p:cNvPr>
          <p:cNvSpPr txBox="1"/>
          <p:nvPr/>
        </p:nvSpPr>
        <p:spPr>
          <a:xfrm>
            <a:off x="1006868" y="2417733"/>
            <a:ext cx="6007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https://github.com/Global-AI-Barcelona/AgentCamp2026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69827C-EF2F-E705-E047-36D5DB14D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337" y="2417733"/>
            <a:ext cx="3044283" cy="30113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A02286-2847-5388-AD98-17E40BA0B4D1}"/>
              </a:ext>
            </a:extLst>
          </p:cNvPr>
          <p:cNvSpPr txBox="1"/>
          <p:nvPr/>
        </p:nvSpPr>
        <p:spPr>
          <a:xfrm>
            <a:off x="1006868" y="636376"/>
            <a:ext cx="72869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 err="1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Github</a:t>
            </a:r>
            <a:r>
              <a:rPr lang="en-US" sz="40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 Repository</a:t>
            </a:r>
          </a:p>
        </p:txBody>
      </p:sp>
    </p:spTree>
    <p:extLst>
      <p:ext uri="{BB962C8B-B14F-4D97-AF65-F5344CB8AC3E}">
        <p14:creationId xmlns:p14="http://schemas.microsoft.com/office/powerpoint/2010/main" val="1141065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56015-3E3F-5B33-FE82-93397388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7B4122-5D90-06AE-7A05-3C4E59DA776B}"/>
              </a:ext>
            </a:extLst>
          </p:cNvPr>
          <p:cNvSpPr txBox="1"/>
          <p:nvPr/>
        </p:nvSpPr>
        <p:spPr>
          <a:xfrm>
            <a:off x="1006868" y="2417733"/>
            <a:ext cx="6007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https://globalai.community/badges/agentcamp-speaker/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1CEB9-C936-5EF7-33BF-7E0C45F3C0C1}"/>
              </a:ext>
            </a:extLst>
          </p:cNvPr>
          <p:cNvSpPr txBox="1"/>
          <p:nvPr/>
        </p:nvSpPr>
        <p:spPr>
          <a:xfrm>
            <a:off x="1006868" y="502812"/>
            <a:ext cx="72869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Digital Badge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1B7584-5912-2733-9C3B-8605CDF7E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335" y="2417733"/>
            <a:ext cx="3183670" cy="313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4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AED7B87-D0F8-F8B1-E3CF-A7BA346C2E1A}"/>
              </a:ext>
            </a:extLst>
          </p:cNvPr>
          <p:cNvSpPr txBox="1"/>
          <p:nvPr/>
        </p:nvSpPr>
        <p:spPr>
          <a:xfrm>
            <a:off x="1024847" y="488291"/>
            <a:ext cx="60977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Feedback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164160-C02A-BB60-0152-A92CD350F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651" y="1579651"/>
            <a:ext cx="3941852" cy="3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651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33248-E247-A532-6853-1FADBAE0C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4FB95-C24F-A51D-577D-6B92C7E22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AgentCamp</a:t>
            </a:r>
            <a:r>
              <a:rPr lang="en-US" dirty="0"/>
              <a:t> Community</a:t>
            </a:r>
          </a:p>
        </p:txBody>
      </p:sp>
    </p:spTree>
    <p:extLst>
      <p:ext uri="{BB962C8B-B14F-4D97-AF65-F5344CB8AC3E}">
        <p14:creationId xmlns:p14="http://schemas.microsoft.com/office/powerpoint/2010/main" val="2515745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AgentCamp 2026 - Keynote">
            <a:hlinkClick r:id="" action="ppaction://media"/>
            <a:extLst>
              <a:ext uri="{FF2B5EF4-FFF2-40B4-BE49-F238E27FC236}">
                <a16:creationId xmlns:a16="http://schemas.microsoft.com/office/drawing/2014/main" id="{3B3A1EEE-DA56-815F-5423-E693636F2DF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8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0D06598E-200B-11C6-381D-B2037E566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A9833F-CEEE-F838-129A-C3C9EC792010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7CA66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F1B83D-B098-2BAF-BFEF-E9661EE67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Join the AI Conversation </a:t>
            </a:r>
            <a:br>
              <a:rPr lang="en-US" sz="3200" dirty="0"/>
            </a:br>
            <a:r>
              <a:rPr lang="en-US" sz="3200" dirty="0"/>
              <a:t>on Discord</a:t>
            </a:r>
          </a:p>
        </p:txBody>
      </p:sp>
    </p:spTree>
    <p:extLst>
      <p:ext uri="{BB962C8B-B14F-4D97-AF65-F5344CB8AC3E}">
        <p14:creationId xmlns:p14="http://schemas.microsoft.com/office/powerpoint/2010/main" val="142216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2F19F86BF2484E9A3708F5F57D5296" ma:contentTypeVersion="11" ma:contentTypeDescription="Een nieuw document maken." ma:contentTypeScope="" ma:versionID="fb8857062fb25c16086471511bdaffe7">
  <xsd:schema xmlns:xsd="http://www.w3.org/2001/XMLSchema" xmlns:xs="http://www.w3.org/2001/XMLSchema" xmlns:p="http://schemas.microsoft.com/office/2006/metadata/properties" xmlns:ns3="b8df2ea9-3bda-4d08-aeb7-dd7d258d2e46" targetNamespace="http://schemas.microsoft.com/office/2006/metadata/properties" ma:root="true" ma:fieldsID="3b808b6b326e79d8ddbb9dd4e3003da0" ns3:_="">
    <xsd:import namespace="b8df2ea9-3bda-4d08-aeb7-dd7d258d2e4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df2ea9-3bda-4d08-aeb7-dd7d258d2e4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df2ea9-3bda-4d08-aeb7-dd7d258d2e46" xsi:nil="true"/>
  </documentManagement>
</p:properties>
</file>

<file path=customXml/itemProps1.xml><?xml version="1.0" encoding="utf-8"?>
<ds:datastoreItem xmlns:ds="http://schemas.openxmlformats.org/officeDocument/2006/customXml" ds:itemID="{3166A811-0E9C-4D5C-AB8F-5DC215D8F6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919305-6CEE-404D-A79A-2756D56303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df2ea9-3bda-4d08-aeb7-dd7d258d2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F6091E-1E8B-4BD4-AA90-75221ED3D456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www.w3.org/XML/1998/namespace"/>
    <ds:schemaRef ds:uri="b8df2ea9-3bda-4d08-aeb7-dd7d258d2e46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213</Words>
  <Application>Microsoft Office PowerPoint</Application>
  <PresentationFormat>Widescreen</PresentationFormat>
  <Paragraphs>59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Lufga</vt:lpstr>
      <vt:lpstr>Aptos</vt:lpstr>
      <vt:lpstr>Segoe UI</vt:lpstr>
      <vt:lpstr>Arial</vt:lpstr>
      <vt:lpstr>Segoe UI Semibold</vt:lpstr>
      <vt:lpstr>Consolas</vt:lpstr>
      <vt:lpstr>Office Theme</vt:lpstr>
      <vt:lpstr>PowerPoint Presentation</vt:lpstr>
      <vt:lpstr>PowerPoint Presentation</vt:lpstr>
      <vt:lpstr>Top Donations</vt:lpstr>
      <vt:lpstr>Organizer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AgentCamp Community</vt:lpstr>
      <vt:lpstr>PowerPoint Presentation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Ruben Toribio Gallardo</cp:lastModifiedBy>
  <cp:revision>11</cp:revision>
  <dcterms:created xsi:type="dcterms:W3CDTF">2026-01-15T14:46:51Z</dcterms:created>
  <dcterms:modified xsi:type="dcterms:W3CDTF">2026-03-12T18:45:55Z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0x0101005A2F19F86BF2484E9A3708F5F57D5296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2026-03-12T16:39:06Z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6de34623-e9d8-45f7-b735-d90da9f13e14</vt:lpwstr>
  </property>
  <property fmtid="{D5CDD505-2E9C-101B-9397-08002B2CF9AE}" pid="8" name="MSIP_Label_defa4170-0d19-0005-0004-bc88714345d2_ActionId">
    <vt:lpwstr>170ffca9-c826-4159-b14a-626bcaa88368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
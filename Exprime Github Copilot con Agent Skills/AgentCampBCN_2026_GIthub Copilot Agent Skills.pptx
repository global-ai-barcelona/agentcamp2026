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omments/modernComment_110_2B234D88.xml" ContentType="application/vnd.ms-powerpoint.comments+xml"/>
  <Override PartName="/ppt/comments/modernComment_111_466BE9C0.xml" ContentType="application/vnd.ms-powerpoint.comments+xml"/>
  <Override PartName="/ppt/comments/modernComment_113_297370E3.xml" ContentType="application/vnd.ms-powerpoint.comments+xml"/>
  <Override PartName="/ppt/comments/modernComment_117_22FF6C06.xml" ContentType="application/vnd.ms-powerpoint.comments+xml"/>
  <Override PartName="/ppt/comments/modernComment_118_1A159761.xml" ContentType="application/vnd.ms-powerpoint.comments+xml"/>
  <Override PartName="/ppt/comments/modernComment_119_BDC8AD9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63" r:id="rId5"/>
    <p:sldId id="262" r:id="rId6"/>
    <p:sldId id="264" r:id="rId7"/>
    <p:sldId id="266" r:id="rId8"/>
    <p:sldId id="260" r:id="rId9"/>
    <p:sldId id="259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78" r:id="rId26"/>
    <p:sldId id="265" r:id="rId27"/>
    <p:sldId id="261" r:id="rId28"/>
  </p:sldIdLst>
  <p:sldSz cx="12192000" cy="6858000"/>
  <p:notesSz cx="6858000" cy="9144000"/>
  <p:embeddedFontLst>
    <p:embeddedFont>
      <p:font typeface="Lufga" pitchFamily="2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85C460-CE89-B447-E82E-5F06B5F3C32A}" name="Francisco José Pérez López" initials="FL" userId="S::fplopez@plainconcepts.com::08456b24-31d3-4638-a505-34ea205ec6f8" providerId="AD"/>
  <p188:author id="{099A2891-D0C5-D06D-B701-F74376B74B94}" name="Kevin Albes Fernández" initials="K" userId="S::kevin.albes@plainconcepts.com::f2272446-71f4-41cb-957c-0f769a03c5e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A66"/>
    <a:srgbClr val="D55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AA84F-97C6-6A15-E1F2-6CE13086CEAD}" v="48" dt="2026-03-13T15:58:32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01" autoAdjust="0"/>
    <p:restoredTop sz="94721"/>
  </p:normalViewPr>
  <p:slideViewPr>
    <p:cSldViewPr snapToGrid="0">
      <p:cViewPr varScale="1">
        <p:scale>
          <a:sx n="112" d="100"/>
          <a:sy n="112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José Pérez López" userId="08456b24-31d3-4638-a505-34ea205ec6f8" providerId="ADAL" clId="{A2F62497-5CAE-5901-9E84-20E950C29B6D}"/>
    <pc:docChg chg="modSld">
      <pc:chgData name="Francisco José Pérez López" userId="08456b24-31d3-4638-a505-34ea205ec6f8" providerId="ADAL" clId="{A2F62497-5CAE-5901-9E84-20E950C29B6D}" dt="2026-03-14T10:12:40.237" v="14" actId="14100"/>
      <pc:docMkLst>
        <pc:docMk/>
      </pc:docMkLst>
      <pc:sldChg chg="modSp mod">
        <pc:chgData name="Francisco José Pérez López" userId="08456b24-31d3-4638-a505-34ea205ec6f8" providerId="ADAL" clId="{A2F62497-5CAE-5901-9E84-20E950C29B6D}" dt="2026-03-14T09:27:33.410" v="11" actId="20577"/>
        <pc:sldMkLst>
          <pc:docMk/>
          <pc:sldMk cId="587164678" sldId="279"/>
        </pc:sldMkLst>
        <pc:graphicFrameChg chg="modGraphic">
          <ac:chgData name="Francisco José Pérez López" userId="08456b24-31d3-4638-a505-34ea205ec6f8" providerId="ADAL" clId="{A2F62497-5CAE-5901-9E84-20E950C29B6D}" dt="2026-03-14T09:27:33.410" v="11" actId="20577"/>
          <ac:graphicFrameMkLst>
            <pc:docMk/>
            <pc:sldMk cId="587164678" sldId="279"/>
            <ac:graphicFrameMk id="4" creationId="{BEDCE030-0D07-58F0-10AC-4A646D54685D}"/>
          </ac:graphicFrameMkLst>
        </pc:graphicFrameChg>
      </pc:sldChg>
      <pc:sldChg chg="modSp mod">
        <pc:chgData name="Francisco José Pérez López" userId="08456b24-31d3-4638-a505-34ea205ec6f8" providerId="ADAL" clId="{A2F62497-5CAE-5901-9E84-20E950C29B6D}" dt="2026-03-14T10:12:40.237" v="14" actId="14100"/>
        <pc:sldMkLst>
          <pc:docMk/>
          <pc:sldMk cId="3772424411" sldId="282"/>
        </pc:sldMkLst>
        <pc:spChg chg="mod">
          <ac:chgData name="Francisco José Pérez López" userId="08456b24-31d3-4638-a505-34ea205ec6f8" providerId="ADAL" clId="{A2F62497-5CAE-5901-9E84-20E950C29B6D}" dt="2026-03-14T10:12:40.237" v="14" actId="14100"/>
          <ac:spMkLst>
            <pc:docMk/>
            <pc:sldMk cId="3772424411" sldId="282"/>
            <ac:spMk id="3" creationId="{08A37B91-663C-B4E5-1D38-CF76C0B89644}"/>
          </ac:spMkLst>
        </pc:spChg>
      </pc:sldChg>
    </pc:docChg>
  </pc:docChgLst>
  <pc:docChgLst>
    <pc:chgData name="Kevin Albes Fernández" userId="f2272446-71f4-41cb-957c-0f769a03c5e7" providerId="ADAL" clId="{47C78F62-26A5-53AE-BE73-1176E71D4014}"/>
    <pc:docChg chg="undo redo custSel addSld delSld modSld sldOrd modMainMaster">
      <pc:chgData name="Kevin Albes Fernández" userId="f2272446-71f4-41cb-957c-0f769a03c5e7" providerId="ADAL" clId="{47C78F62-26A5-53AE-BE73-1176E71D4014}" dt="2026-03-02T16:29:37.247" v="6728" actId="20577"/>
      <pc:docMkLst>
        <pc:docMk/>
      </pc:docMkLst>
      <pc:sldChg chg="delSp modSp add del mod">
        <pc:chgData name="Kevin Albes Fernández" userId="f2272446-71f4-41cb-957c-0f769a03c5e7" providerId="ADAL" clId="{47C78F62-26A5-53AE-BE73-1176E71D4014}" dt="2026-02-28T12:43:41.269" v="306" actId="478"/>
        <pc:sldMkLst>
          <pc:docMk/>
          <pc:sldMk cId="903428722" sldId="259"/>
        </pc:sldMkLst>
        <pc:spChg chg="mod">
          <ac:chgData name="Kevin Albes Fernández" userId="f2272446-71f4-41cb-957c-0f769a03c5e7" providerId="ADAL" clId="{47C78F62-26A5-53AE-BE73-1176E71D4014}" dt="2026-02-28T12:43:36.570" v="305" actId="20577"/>
          <ac:spMkLst>
            <pc:docMk/>
            <pc:sldMk cId="903428722" sldId="259"/>
            <ac:spMk id="4" creationId="{0C52BFC4-DEDE-FFFD-9E83-D40BB1452584}"/>
          </ac:spMkLst>
        </pc:spChg>
      </pc:sldChg>
      <pc:sldChg chg="addSp modSp mod ord">
        <pc:chgData name="Kevin Albes Fernández" userId="f2272446-71f4-41cb-957c-0f769a03c5e7" providerId="ADAL" clId="{47C78F62-26A5-53AE-BE73-1176E71D4014}" dt="2026-02-28T12:40:55.860" v="274" actId="20577"/>
        <pc:sldMkLst>
          <pc:docMk/>
          <pc:sldMk cId="4001598113" sldId="260"/>
        </pc:sldMkLst>
        <pc:spChg chg="mod">
          <ac:chgData name="Kevin Albes Fernández" userId="f2272446-71f4-41cb-957c-0f769a03c5e7" providerId="ADAL" clId="{47C78F62-26A5-53AE-BE73-1176E71D4014}" dt="2026-02-28T12:38:34.924" v="54" actId="790"/>
          <ac:spMkLst>
            <pc:docMk/>
            <pc:sldMk cId="4001598113" sldId="260"/>
            <ac:spMk id="2" creationId="{1C5B5517-ABE2-1C5B-A15E-FF1A9BFF43CA}"/>
          </ac:spMkLst>
        </pc:spChg>
        <pc:spChg chg="add mod">
          <ac:chgData name="Kevin Albes Fernández" userId="f2272446-71f4-41cb-957c-0f769a03c5e7" providerId="ADAL" clId="{47C78F62-26A5-53AE-BE73-1176E71D4014}" dt="2026-02-28T12:40:55.860" v="274" actId="20577"/>
          <ac:spMkLst>
            <pc:docMk/>
            <pc:sldMk cId="4001598113" sldId="260"/>
            <ac:spMk id="3" creationId="{8E581F5B-7F39-CD1E-2106-F0E5C3C2397E}"/>
          </ac:spMkLst>
        </pc:spChg>
      </pc:sldChg>
      <pc:sldChg chg="addSp delSp modSp mod">
        <pc:chgData name="Kevin Albes Fernández" userId="f2272446-71f4-41cb-957c-0f769a03c5e7" providerId="ADAL" clId="{47C78F62-26A5-53AE-BE73-1176E71D4014}" dt="2026-02-28T12:37:34.820" v="43" actId="20577"/>
        <pc:sldMkLst>
          <pc:docMk/>
          <pc:sldMk cId="4248670696" sldId="262"/>
        </pc:sldMkLst>
        <pc:spChg chg="mod">
          <ac:chgData name="Kevin Albes Fernández" userId="f2272446-71f4-41cb-957c-0f769a03c5e7" providerId="ADAL" clId="{47C78F62-26A5-53AE-BE73-1176E71D4014}" dt="2026-02-28T12:37:30.364" v="22" actId="20577"/>
          <ac:spMkLst>
            <pc:docMk/>
            <pc:sldMk cId="4248670696" sldId="262"/>
            <ac:spMk id="12" creationId="{A5CFA7AE-3FD2-7A19-10C3-75AE347589EF}"/>
          </ac:spMkLst>
        </pc:spChg>
        <pc:spChg chg="mod">
          <ac:chgData name="Kevin Albes Fernández" userId="f2272446-71f4-41cb-957c-0f769a03c5e7" providerId="ADAL" clId="{47C78F62-26A5-53AE-BE73-1176E71D4014}" dt="2026-02-28T12:37:34.820" v="43" actId="20577"/>
          <ac:spMkLst>
            <pc:docMk/>
            <pc:sldMk cId="4248670696" sldId="262"/>
            <ac:spMk id="13" creationId="{5A9E019D-6165-F91F-51E3-D18B5540F410}"/>
          </ac:spMkLst>
        </pc:spChg>
        <pc:picChg chg="add mod modCrop">
          <ac:chgData name="Kevin Albes Fernández" userId="f2272446-71f4-41cb-957c-0f769a03c5e7" providerId="ADAL" clId="{47C78F62-26A5-53AE-BE73-1176E71D4014}" dt="2026-02-28T12:37:26.509" v="11" actId="1076"/>
          <ac:picMkLst>
            <pc:docMk/>
            <pc:sldMk cId="4248670696" sldId="262"/>
            <ac:picMk id="5" creationId="{84581F3B-EFCA-CD1F-4993-C93E45804AB9}"/>
          </ac:picMkLst>
        </pc:picChg>
      </pc:sldChg>
      <pc:sldChg chg="modSp add mod ord">
        <pc:chgData name="Kevin Albes Fernández" userId="f2272446-71f4-41cb-957c-0f769a03c5e7" providerId="ADAL" clId="{47C78F62-26A5-53AE-BE73-1176E71D4014}" dt="2026-02-28T15:05:25.160" v="6612" actId="20577"/>
        <pc:sldMkLst>
          <pc:docMk/>
          <pc:sldMk cId="3500208654" sldId="266"/>
        </pc:sldMkLst>
        <pc:spChg chg="mod">
          <ac:chgData name="Kevin Albes Fernández" userId="f2272446-71f4-41cb-957c-0f769a03c5e7" providerId="ADAL" clId="{47C78F62-26A5-53AE-BE73-1176E71D4014}" dt="2026-02-28T12:39:29.625" v="129" actId="20577"/>
          <ac:spMkLst>
            <pc:docMk/>
            <pc:sldMk cId="3500208654" sldId="266"/>
            <ac:spMk id="2" creationId="{F0A03055-BDD2-9FF3-1EF5-F087E1EE91EB}"/>
          </ac:spMkLst>
        </pc:spChg>
        <pc:spChg chg="mod">
          <ac:chgData name="Kevin Albes Fernández" userId="f2272446-71f4-41cb-957c-0f769a03c5e7" providerId="ADAL" clId="{47C78F62-26A5-53AE-BE73-1176E71D4014}" dt="2026-02-28T15:05:25.160" v="6612" actId="20577"/>
          <ac:spMkLst>
            <pc:docMk/>
            <pc:sldMk cId="3500208654" sldId="266"/>
            <ac:spMk id="3" creationId="{5561EA3C-FF42-D4C7-4B6E-F4D82738378A}"/>
          </ac:spMkLst>
        </pc:spChg>
      </pc:sldChg>
      <pc:sldChg chg="modSp add mod ord">
        <pc:chgData name="Kevin Albes Fernández" userId="f2272446-71f4-41cb-957c-0f769a03c5e7" providerId="ADAL" clId="{47C78F62-26A5-53AE-BE73-1176E71D4014}" dt="2026-02-28T13:01:18.136" v="1051" actId="20577"/>
        <pc:sldMkLst>
          <pc:docMk/>
          <pc:sldMk cId="3574658560" sldId="267"/>
        </pc:sldMkLst>
        <pc:spChg chg="mod">
          <ac:chgData name="Kevin Albes Fernández" userId="f2272446-71f4-41cb-957c-0f769a03c5e7" providerId="ADAL" clId="{47C78F62-26A5-53AE-BE73-1176E71D4014}" dt="2026-02-28T12:49:56.459" v="334" actId="20577"/>
          <ac:spMkLst>
            <pc:docMk/>
            <pc:sldMk cId="3574658560" sldId="267"/>
            <ac:spMk id="2" creationId="{A97483BF-0C3B-6D93-077B-A6977371BB5C}"/>
          </ac:spMkLst>
        </pc:spChg>
        <pc:spChg chg="mod">
          <ac:chgData name="Kevin Albes Fernández" userId="f2272446-71f4-41cb-957c-0f769a03c5e7" providerId="ADAL" clId="{47C78F62-26A5-53AE-BE73-1176E71D4014}" dt="2026-02-28T13:01:18.136" v="1051" actId="20577"/>
          <ac:spMkLst>
            <pc:docMk/>
            <pc:sldMk cId="3574658560" sldId="267"/>
            <ac:spMk id="3" creationId="{40BBB9A7-6375-DFBB-852C-AC6CAB0F9117}"/>
          </ac:spMkLst>
        </pc:spChg>
      </pc:sldChg>
      <pc:sldChg chg="addSp modSp add mod">
        <pc:chgData name="Kevin Albes Fernández" userId="f2272446-71f4-41cb-957c-0f769a03c5e7" providerId="ADAL" clId="{47C78F62-26A5-53AE-BE73-1176E71D4014}" dt="2026-02-28T13:07:45.702" v="1265" actId="20577"/>
        <pc:sldMkLst>
          <pc:docMk/>
          <pc:sldMk cId="900223327" sldId="268"/>
        </pc:sldMkLst>
        <pc:spChg chg="mod">
          <ac:chgData name="Kevin Albes Fernández" userId="f2272446-71f4-41cb-957c-0f769a03c5e7" providerId="ADAL" clId="{47C78F62-26A5-53AE-BE73-1176E71D4014}" dt="2026-02-28T13:04:42.402" v="1065" actId="20577"/>
          <ac:spMkLst>
            <pc:docMk/>
            <pc:sldMk cId="900223327" sldId="268"/>
            <ac:spMk id="2" creationId="{AAD72212-CBA4-AB1C-652B-A5CD305374E3}"/>
          </ac:spMkLst>
        </pc:spChg>
        <pc:spChg chg="mod">
          <ac:chgData name="Kevin Albes Fernández" userId="f2272446-71f4-41cb-957c-0f769a03c5e7" providerId="ADAL" clId="{47C78F62-26A5-53AE-BE73-1176E71D4014}" dt="2026-02-28T13:07:45.702" v="1265" actId="20577"/>
          <ac:spMkLst>
            <pc:docMk/>
            <pc:sldMk cId="900223327" sldId="268"/>
            <ac:spMk id="3" creationId="{660EB1FA-EDC9-599A-8B21-9D58B1EB50B0}"/>
          </ac:spMkLst>
        </pc:spChg>
        <pc:picChg chg="add mod modCrop">
          <ac:chgData name="Kevin Albes Fernández" userId="f2272446-71f4-41cb-957c-0f769a03c5e7" providerId="ADAL" clId="{47C78F62-26A5-53AE-BE73-1176E71D4014}" dt="2026-02-28T13:05:55.721" v="1130" actId="1076"/>
          <ac:picMkLst>
            <pc:docMk/>
            <pc:sldMk cId="900223327" sldId="268"/>
            <ac:picMk id="4" creationId="{B3AF26C3-6F0D-0DB0-D904-581874A2837C}"/>
          </ac:picMkLst>
        </pc:picChg>
      </pc:sldChg>
      <pc:sldChg chg="modSp add mod">
        <pc:chgData name="Kevin Albes Fernández" userId="f2272446-71f4-41cb-957c-0f769a03c5e7" providerId="ADAL" clId="{47C78F62-26A5-53AE-BE73-1176E71D4014}" dt="2026-02-28T13:16:33.285" v="1740" actId="20577"/>
        <pc:sldMkLst>
          <pc:docMk/>
          <pc:sldMk cId="1498666853" sldId="269"/>
        </pc:sldMkLst>
        <pc:spChg chg="mod">
          <ac:chgData name="Kevin Albes Fernández" userId="f2272446-71f4-41cb-957c-0f769a03c5e7" providerId="ADAL" clId="{47C78F62-26A5-53AE-BE73-1176E71D4014}" dt="2026-02-28T13:08:50.123" v="1280" actId="20577"/>
          <ac:spMkLst>
            <pc:docMk/>
            <pc:sldMk cId="1498666853" sldId="269"/>
            <ac:spMk id="2" creationId="{1019DB8C-92E9-FBE5-16E6-618DC7A924A2}"/>
          </ac:spMkLst>
        </pc:spChg>
        <pc:spChg chg="mod">
          <ac:chgData name="Kevin Albes Fernández" userId="f2272446-71f4-41cb-957c-0f769a03c5e7" providerId="ADAL" clId="{47C78F62-26A5-53AE-BE73-1176E71D4014}" dt="2026-02-28T13:16:33.285" v="1740" actId="20577"/>
          <ac:spMkLst>
            <pc:docMk/>
            <pc:sldMk cId="1498666853" sldId="269"/>
            <ac:spMk id="3" creationId="{2C3866A0-569D-56BF-A284-9FBB0F3E9D37}"/>
          </ac:spMkLst>
        </pc:spChg>
      </pc:sldChg>
      <pc:sldChg chg="addSp delSp modSp add mod">
        <pc:chgData name="Kevin Albes Fernández" userId="f2272446-71f4-41cb-957c-0f769a03c5e7" providerId="ADAL" clId="{47C78F62-26A5-53AE-BE73-1176E71D4014}" dt="2026-02-28T13:27:33.749" v="2396" actId="20577"/>
        <pc:sldMkLst>
          <pc:docMk/>
          <pc:sldMk cId="3064296594" sldId="270"/>
        </pc:sldMkLst>
        <pc:spChg chg="mod">
          <ac:chgData name="Kevin Albes Fernández" userId="f2272446-71f4-41cb-957c-0f769a03c5e7" providerId="ADAL" clId="{47C78F62-26A5-53AE-BE73-1176E71D4014}" dt="2026-02-28T13:13:26.524" v="1590" actId="20577"/>
          <ac:spMkLst>
            <pc:docMk/>
            <pc:sldMk cId="3064296594" sldId="270"/>
            <ac:spMk id="2" creationId="{4A181F1B-0DE7-8A84-12F3-3A2FC1E30E27}"/>
          </ac:spMkLst>
        </pc:spChg>
        <pc:spChg chg="add mod">
          <ac:chgData name="Kevin Albes Fernández" userId="f2272446-71f4-41cb-957c-0f769a03c5e7" providerId="ADAL" clId="{47C78F62-26A5-53AE-BE73-1176E71D4014}" dt="2026-02-28T13:27:33.749" v="2396" actId="20577"/>
          <ac:spMkLst>
            <pc:docMk/>
            <pc:sldMk cId="3064296594" sldId="270"/>
            <ac:spMk id="5" creationId="{80679900-6A42-374C-193A-E48D2012B82B}"/>
          </ac:spMkLst>
        </pc:spChg>
        <pc:graphicFrameChg chg="add mod modGraphic">
          <ac:chgData name="Kevin Albes Fernández" userId="f2272446-71f4-41cb-957c-0f769a03c5e7" providerId="ADAL" clId="{47C78F62-26A5-53AE-BE73-1176E71D4014}" dt="2026-02-28T13:25:08.742" v="2198"/>
          <ac:graphicFrameMkLst>
            <pc:docMk/>
            <pc:sldMk cId="3064296594" sldId="270"/>
            <ac:graphicFrameMk id="4" creationId="{FC411702-3504-C0DD-9389-0D2827EB0213}"/>
          </ac:graphicFrameMkLst>
        </pc:graphicFrameChg>
      </pc:sldChg>
      <pc:sldChg chg="modSp add mod ord">
        <pc:chgData name="Kevin Albes Fernández" userId="f2272446-71f4-41cb-957c-0f769a03c5e7" providerId="ADAL" clId="{47C78F62-26A5-53AE-BE73-1176E71D4014}" dt="2026-02-28T13:35:08.411" v="2421" actId="20577"/>
        <pc:sldMkLst>
          <pc:docMk/>
          <pc:sldMk cId="2871834013" sldId="271"/>
        </pc:sldMkLst>
        <pc:spChg chg="mod">
          <ac:chgData name="Kevin Albes Fernández" userId="f2272446-71f4-41cb-957c-0f769a03c5e7" providerId="ADAL" clId="{47C78F62-26A5-53AE-BE73-1176E71D4014}" dt="2026-02-28T13:35:08.411" v="2421" actId="20577"/>
          <ac:spMkLst>
            <pc:docMk/>
            <pc:sldMk cId="2871834013" sldId="271"/>
            <ac:spMk id="4" creationId="{965E87FC-71C2-7BF3-B80B-AFCFC11E03DF}"/>
          </ac:spMkLst>
        </pc:spChg>
      </pc:sldChg>
      <pc:sldChg chg="modSp add mod ord">
        <pc:chgData name="Kevin Albes Fernández" userId="f2272446-71f4-41cb-957c-0f769a03c5e7" providerId="ADAL" clId="{47C78F62-26A5-53AE-BE73-1176E71D4014}" dt="2026-02-28T14:41:53.564" v="4534" actId="20577"/>
        <pc:sldMkLst>
          <pc:docMk/>
          <pc:sldMk cId="723733896" sldId="272"/>
        </pc:sldMkLst>
        <pc:spChg chg="mod">
          <ac:chgData name="Kevin Albes Fernández" userId="f2272446-71f4-41cb-957c-0f769a03c5e7" providerId="ADAL" clId="{47C78F62-26A5-53AE-BE73-1176E71D4014}" dt="2026-02-28T14:18:03.868" v="2471" actId="20577"/>
          <ac:spMkLst>
            <pc:docMk/>
            <pc:sldMk cId="723733896" sldId="272"/>
            <ac:spMk id="2" creationId="{9D9068B7-C9C5-1170-B5AE-FAF13C8EE123}"/>
          </ac:spMkLst>
        </pc:spChg>
        <pc:spChg chg="mod">
          <ac:chgData name="Kevin Albes Fernández" userId="f2272446-71f4-41cb-957c-0f769a03c5e7" providerId="ADAL" clId="{47C78F62-26A5-53AE-BE73-1176E71D4014}" dt="2026-02-28T14:41:53.564" v="4534" actId="20577"/>
          <ac:spMkLst>
            <pc:docMk/>
            <pc:sldMk cId="723733896" sldId="272"/>
            <ac:spMk id="3" creationId="{5BBA72F7-0A07-EA11-4136-510FF7D114B1}"/>
          </ac:spMkLst>
        </pc:spChg>
      </pc:sldChg>
      <pc:sldChg chg="modSp add mod">
        <pc:chgData name="Kevin Albes Fernández" userId="f2272446-71f4-41cb-957c-0f769a03c5e7" providerId="ADAL" clId="{47C78F62-26A5-53AE-BE73-1176E71D4014}" dt="2026-03-02T16:25:35.263" v="6629" actId="20577"/>
        <pc:sldMkLst>
          <pc:docMk/>
          <pc:sldMk cId="1181477312" sldId="273"/>
        </pc:sldMkLst>
        <pc:spChg chg="mod">
          <ac:chgData name="Kevin Albes Fernández" userId="f2272446-71f4-41cb-957c-0f769a03c5e7" providerId="ADAL" clId="{47C78F62-26A5-53AE-BE73-1176E71D4014}" dt="2026-03-02T16:25:35.263" v="6629" actId="20577"/>
          <ac:spMkLst>
            <pc:docMk/>
            <pc:sldMk cId="1181477312" sldId="273"/>
            <ac:spMk id="2" creationId="{1F29993D-43E9-9093-CE15-C358E5298627}"/>
          </ac:spMkLst>
        </pc:spChg>
        <pc:spChg chg="mod">
          <ac:chgData name="Kevin Albes Fernández" userId="f2272446-71f4-41cb-957c-0f769a03c5e7" providerId="ADAL" clId="{47C78F62-26A5-53AE-BE73-1176E71D4014}" dt="2026-02-28T14:24:00.565" v="2915" actId="20577"/>
          <ac:spMkLst>
            <pc:docMk/>
            <pc:sldMk cId="1181477312" sldId="273"/>
            <ac:spMk id="3" creationId="{A2F973A3-4D60-A705-67F1-8F82D2F44370}"/>
          </ac:spMkLst>
        </pc:spChg>
      </pc:sldChg>
      <pc:sldChg chg="modSp add mod">
        <pc:chgData name="Kevin Albes Fernández" userId="f2272446-71f4-41cb-957c-0f769a03c5e7" providerId="ADAL" clId="{47C78F62-26A5-53AE-BE73-1176E71D4014}" dt="2026-02-28T14:32:08.605" v="3778" actId="20577"/>
        <pc:sldMkLst>
          <pc:docMk/>
          <pc:sldMk cId="1365835043" sldId="274"/>
        </pc:sldMkLst>
        <pc:spChg chg="mod">
          <ac:chgData name="Kevin Albes Fernández" userId="f2272446-71f4-41cb-957c-0f769a03c5e7" providerId="ADAL" clId="{47C78F62-26A5-53AE-BE73-1176E71D4014}" dt="2026-02-28T14:24:18.834" v="2920" actId="20577"/>
          <ac:spMkLst>
            <pc:docMk/>
            <pc:sldMk cId="1365835043" sldId="274"/>
            <ac:spMk id="2" creationId="{848D2AF2-4A08-F637-9B22-BA2916ED45B8}"/>
          </ac:spMkLst>
        </pc:spChg>
        <pc:spChg chg="mod">
          <ac:chgData name="Kevin Albes Fernández" userId="f2272446-71f4-41cb-957c-0f769a03c5e7" providerId="ADAL" clId="{47C78F62-26A5-53AE-BE73-1176E71D4014}" dt="2026-02-28T14:32:08.605" v="3778" actId="20577"/>
          <ac:spMkLst>
            <pc:docMk/>
            <pc:sldMk cId="1365835043" sldId="274"/>
            <ac:spMk id="3" creationId="{D2BD2605-2365-523D-367C-90A2CD982984}"/>
          </ac:spMkLst>
        </pc:spChg>
      </pc:sldChg>
      <pc:sldChg chg="modSp add mod">
        <pc:chgData name="Kevin Albes Fernández" userId="f2272446-71f4-41cb-957c-0f769a03c5e7" providerId="ADAL" clId="{47C78F62-26A5-53AE-BE73-1176E71D4014}" dt="2026-02-28T14:39:59.671" v="4455" actId="20577"/>
        <pc:sldMkLst>
          <pc:docMk/>
          <pc:sldMk cId="695431395" sldId="275"/>
        </pc:sldMkLst>
        <pc:spChg chg="mod">
          <ac:chgData name="Kevin Albes Fernández" userId="f2272446-71f4-41cb-957c-0f769a03c5e7" providerId="ADAL" clId="{47C78F62-26A5-53AE-BE73-1176E71D4014}" dt="2026-02-28T14:30:10.314" v="3482" actId="20577"/>
          <ac:spMkLst>
            <pc:docMk/>
            <pc:sldMk cId="695431395" sldId="275"/>
            <ac:spMk id="2" creationId="{737EEE1B-DD4D-96FA-2C4D-226E56C7E43D}"/>
          </ac:spMkLst>
        </pc:spChg>
        <pc:spChg chg="mod">
          <ac:chgData name="Kevin Albes Fernández" userId="f2272446-71f4-41cb-957c-0f769a03c5e7" providerId="ADAL" clId="{47C78F62-26A5-53AE-BE73-1176E71D4014}" dt="2026-02-28T14:39:59.671" v="4455" actId="20577"/>
          <ac:spMkLst>
            <pc:docMk/>
            <pc:sldMk cId="695431395" sldId="275"/>
            <ac:spMk id="3" creationId="{8716FFD1-6731-5697-8A8B-C4A6C5B8CB98}"/>
          </ac:spMkLst>
        </pc:spChg>
      </pc:sldChg>
      <pc:sldChg chg="modSp add mod">
        <pc:chgData name="Kevin Albes Fernández" userId="f2272446-71f4-41cb-957c-0f769a03c5e7" providerId="ADAL" clId="{47C78F62-26A5-53AE-BE73-1176E71D4014}" dt="2026-02-28T14:39:20.239" v="4398" actId="20577"/>
        <pc:sldMkLst>
          <pc:docMk/>
          <pc:sldMk cId="1721035242" sldId="276"/>
        </pc:sldMkLst>
        <pc:spChg chg="mod">
          <ac:chgData name="Kevin Albes Fernández" userId="f2272446-71f4-41cb-957c-0f769a03c5e7" providerId="ADAL" clId="{47C78F62-26A5-53AE-BE73-1176E71D4014}" dt="2026-02-28T14:34:23.916" v="3902" actId="20577"/>
          <ac:spMkLst>
            <pc:docMk/>
            <pc:sldMk cId="1721035242" sldId="276"/>
            <ac:spMk id="2" creationId="{08BE0E24-2384-8B55-5369-E5C8C8800A5E}"/>
          </ac:spMkLst>
        </pc:spChg>
        <pc:spChg chg="mod">
          <ac:chgData name="Kevin Albes Fernández" userId="f2272446-71f4-41cb-957c-0f769a03c5e7" providerId="ADAL" clId="{47C78F62-26A5-53AE-BE73-1176E71D4014}" dt="2026-02-28T14:39:20.239" v="4398" actId="20577"/>
          <ac:spMkLst>
            <pc:docMk/>
            <pc:sldMk cId="1721035242" sldId="276"/>
            <ac:spMk id="3" creationId="{7A757B22-6539-7C84-02D9-BA74F9CF16F7}"/>
          </ac:spMkLst>
        </pc:spChg>
      </pc:sldChg>
      <pc:sldChg chg="modSp add mod ord">
        <pc:chgData name="Kevin Albes Fernández" userId="f2272446-71f4-41cb-957c-0f769a03c5e7" providerId="ADAL" clId="{47C78F62-26A5-53AE-BE73-1176E71D4014}" dt="2026-02-28T14:43:20.564" v="4546" actId="20577"/>
        <pc:sldMkLst>
          <pc:docMk/>
          <pc:sldMk cId="3328650815" sldId="277"/>
        </pc:sldMkLst>
        <pc:spChg chg="mod">
          <ac:chgData name="Kevin Albes Fernández" userId="f2272446-71f4-41cb-957c-0f769a03c5e7" providerId="ADAL" clId="{47C78F62-26A5-53AE-BE73-1176E71D4014}" dt="2026-02-28T14:43:20.564" v="4546" actId="20577"/>
          <ac:spMkLst>
            <pc:docMk/>
            <pc:sldMk cId="3328650815" sldId="277"/>
            <ac:spMk id="4" creationId="{8AC09990-21D0-81E4-E194-E4EDDEEE4E37}"/>
          </ac:spMkLst>
        </pc:spChg>
      </pc:sldChg>
      <pc:sldChg chg="modSp add mod">
        <pc:chgData name="Kevin Albes Fernández" userId="f2272446-71f4-41cb-957c-0f769a03c5e7" providerId="ADAL" clId="{47C78F62-26A5-53AE-BE73-1176E71D4014}" dt="2026-02-28T14:43:24.662" v="4551" actId="20577"/>
        <pc:sldMkLst>
          <pc:docMk/>
          <pc:sldMk cId="893636624" sldId="278"/>
        </pc:sldMkLst>
        <pc:spChg chg="mod">
          <ac:chgData name="Kevin Albes Fernández" userId="f2272446-71f4-41cb-957c-0f769a03c5e7" providerId="ADAL" clId="{47C78F62-26A5-53AE-BE73-1176E71D4014}" dt="2026-02-28T14:43:24.662" v="4551" actId="20577"/>
          <ac:spMkLst>
            <pc:docMk/>
            <pc:sldMk cId="893636624" sldId="278"/>
            <ac:spMk id="4" creationId="{D4974A10-AEA3-C946-4273-CB8B62AD0051}"/>
          </ac:spMkLst>
        </pc:spChg>
      </pc:sldChg>
      <pc:sldChg chg="addSp delSp modSp add mod ord">
        <pc:chgData name="Kevin Albes Fernández" userId="f2272446-71f4-41cb-957c-0f769a03c5e7" providerId="ADAL" clId="{47C78F62-26A5-53AE-BE73-1176E71D4014}" dt="2026-02-28T14:53:00.388" v="5261" actId="20577"/>
        <pc:sldMkLst>
          <pc:docMk/>
          <pc:sldMk cId="587164678" sldId="279"/>
        </pc:sldMkLst>
        <pc:spChg chg="mod">
          <ac:chgData name="Kevin Albes Fernández" userId="f2272446-71f4-41cb-957c-0f769a03c5e7" providerId="ADAL" clId="{47C78F62-26A5-53AE-BE73-1176E71D4014}" dt="2026-02-28T14:43:46.171" v="4595" actId="20577"/>
          <ac:spMkLst>
            <pc:docMk/>
            <pc:sldMk cId="587164678" sldId="279"/>
            <ac:spMk id="2" creationId="{FCA0B5FA-CA27-10E8-236B-45D4ADD3DB53}"/>
          </ac:spMkLst>
        </pc:spChg>
        <pc:graphicFrameChg chg="add mod modGraphic">
          <ac:chgData name="Kevin Albes Fernández" userId="f2272446-71f4-41cb-957c-0f769a03c5e7" providerId="ADAL" clId="{47C78F62-26A5-53AE-BE73-1176E71D4014}" dt="2026-02-28T14:53:00.388" v="5261" actId="20577"/>
          <ac:graphicFrameMkLst>
            <pc:docMk/>
            <pc:sldMk cId="587164678" sldId="279"/>
            <ac:graphicFrameMk id="4" creationId="{BEDCE030-0D07-58F0-10AC-4A646D54685D}"/>
          </ac:graphicFrameMkLst>
        </pc:graphicFrameChg>
      </pc:sldChg>
      <pc:sldChg chg="addSp delSp modSp add mod">
        <pc:chgData name="Kevin Albes Fernández" userId="f2272446-71f4-41cb-957c-0f769a03c5e7" providerId="ADAL" clId="{47C78F62-26A5-53AE-BE73-1176E71D4014}" dt="2026-02-28T14:57:39.487" v="5814" actId="20577"/>
        <pc:sldMkLst>
          <pc:docMk/>
          <pc:sldMk cId="437622625" sldId="280"/>
        </pc:sldMkLst>
        <pc:spChg chg="mod">
          <ac:chgData name="Kevin Albes Fernández" userId="f2272446-71f4-41cb-957c-0f769a03c5e7" providerId="ADAL" clId="{47C78F62-26A5-53AE-BE73-1176E71D4014}" dt="2026-02-28T14:53:17.434" v="5286" actId="20577"/>
          <ac:spMkLst>
            <pc:docMk/>
            <pc:sldMk cId="437622625" sldId="280"/>
            <ac:spMk id="2" creationId="{F0F34321-254E-2902-FBD7-7EBA5B92E5E1}"/>
          </ac:spMkLst>
        </pc:spChg>
        <pc:spChg chg="add mod">
          <ac:chgData name="Kevin Albes Fernández" userId="f2272446-71f4-41cb-957c-0f769a03c5e7" providerId="ADAL" clId="{47C78F62-26A5-53AE-BE73-1176E71D4014}" dt="2026-02-28T14:57:39.487" v="5814" actId="20577"/>
          <ac:spMkLst>
            <pc:docMk/>
            <pc:sldMk cId="437622625" sldId="280"/>
            <ac:spMk id="3" creationId="{D9D818CE-9F33-3CF9-D1C0-635C755B70A7}"/>
          </ac:spMkLst>
        </pc:spChg>
      </pc:sldChg>
      <pc:sldChg chg="modSp add mod">
        <pc:chgData name="Kevin Albes Fernández" userId="f2272446-71f4-41cb-957c-0f769a03c5e7" providerId="ADAL" clId="{47C78F62-26A5-53AE-BE73-1176E71D4014}" dt="2026-03-02T16:29:37.247" v="6728" actId="20577"/>
        <pc:sldMkLst>
          <pc:docMk/>
          <pc:sldMk cId="3184045460" sldId="281"/>
        </pc:sldMkLst>
        <pc:spChg chg="mod">
          <ac:chgData name="Kevin Albes Fernández" userId="f2272446-71f4-41cb-957c-0f769a03c5e7" providerId="ADAL" clId="{47C78F62-26A5-53AE-BE73-1176E71D4014}" dt="2026-03-02T16:29:37.247" v="6728" actId="20577"/>
          <ac:spMkLst>
            <pc:docMk/>
            <pc:sldMk cId="3184045460" sldId="281"/>
            <ac:spMk id="3" creationId="{9E2FF121-3280-3125-2DF9-CA5B86007D55}"/>
          </ac:spMkLst>
        </pc:spChg>
      </pc:sldChg>
      <pc:sldChg chg="addSp modSp add mod">
        <pc:chgData name="Kevin Albes Fernández" userId="f2272446-71f4-41cb-957c-0f769a03c5e7" providerId="ADAL" clId="{47C78F62-26A5-53AE-BE73-1176E71D4014}" dt="2026-02-28T15:00:22.676" v="6167" actId="1076"/>
        <pc:sldMkLst>
          <pc:docMk/>
          <pc:sldMk cId="3772424411" sldId="282"/>
        </pc:sldMkLst>
        <pc:spChg chg="mod">
          <ac:chgData name="Kevin Albes Fernández" userId="f2272446-71f4-41cb-957c-0f769a03c5e7" providerId="ADAL" clId="{47C78F62-26A5-53AE-BE73-1176E71D4014}" dt="2026-02-28T14:59:33.540" v="6154" actId="20577"/>
          <ac:spMkLst>
            <pc:docMk/>
            <pc:sldMk cId="3772424411" sldId="282"/>
            <ac:spMk id="2" creationId="{B7D12611-6445-3461-B84A-413EA7A1A2DC}"/>
          </ac:spMkLst>
        </pc:spChg>
        <pc:spChg chg="mod">
          <ac:chgData name="Kevin Albes Fernández" userId="f2272446-71f4-41cb-957c-0f769a03c5e7" providerId="ADAL" clId="{47C78F62-26A5-53AE-BE73-1176E71D4014}" dt="2026-02-28T15:00:11.087" v="6165" actId="20577"/>
          <ac:spMkLst>
            <pc:docMk/>
            <pc:sldMk cId="3772424411" sldId="282"/>
            <ac:spMk id="3" creationId="{08A37B91-663C-B4E5-1D38-CF76C0B89644}"/>
          </ac:spMkLst>
        </pc:spChg>
        <pc:picChg chg="add mod modCrop">
          <ac:chgData name="Kevin Albes Fernández" userId="f2272446-71f4-41cb-957c-0f769a03c5e7" providerId="ADAL" clId="{47C78F62-26A5-53AE-BE73-1176E71D4014}" dt="2026-02-28T15:00:22.676" v="6167" actId="1076"/>
          <ac:picMkLst>
            <pc:docMk/>
            <pc:sldMk cId="3772424411" sldId="282"/>
            <ac:picMk id="4" creationId="{F875B0F9-F43C-54EB-966C-4832020EDAD5}"/>
          </ac:picMkLst>
        </pc:picChg>
      </pc:sldChg>
      <pc:sldMasterChg chg="delSldLayout modSldLayout">
        <pc:chgData name="Kevin Albes Fernández" userId="f2272446-71f4-41cb-957c-0f769a03c5e7" providerId="ADAL" clId="{47C78F62-26A5-53AE-BE73-1176E71D4014}" dt="2026-02-28T12:37:50.145" v="44" actId="2696"/>
        <pc:sldMasterMkLst>
          <pc:docMk/>
          <pc:sldMasterMk cId="2324928889" sldId="2147483648"/>
        </pc:sldMasterMkLst>
        <pc:sldLayoutChg chg="delSp mod">
          <pc:chgData name="Kevin Albes Fernández" userId="f2272446-71f4-41cb-957c-0f769a03c5e7" providerId="ADAL" clId="{47C78F62-26A5-53AE-BE73-1176E71D4014}" dt="2026-02-28T12:36:02.225" v="0" actId="478"/>
          <pc:sldLayoutMkLst>
            <pc:docMk/>
            <pc:sldMasterMk cId="2324928889" sldId="2147483648"/>
            <pc:sldLayoutMk cId="969243096" sldId="2147483661"/>
          </pc:sldLayoutMkLst>
        </pc:sldLayoutChg>
      </pc:sldMasterChg>
    </pc:docChg>
  </pc:docChgLst>
  <pc:docChgLst>
    <pc:chgData name="Francisco José Pérez López" userId="S::fplopez@plainconcepts.com::08456b24-31d3-4638-a505-34ea205ec6f8" providerId="AD" clId="Web-{F09D66CE-842E-8518-75BA-CE09B5AA40E6}"/>
    <pc:docChg chg="mod modSld">
      <pc:chgData name="Francisco José Pérez López" userId="S::fplopez@plainconcepts.com::08456b24-31d3-4638-a505-34ea205ec6f8" providerId="AD" clId="Web-{F09D66CE-842E-8518-75BA-CE09B5AA40E6}" dt="2026-03-02T07:42:28.412" v="94" actId="20577"/>
      <pc:docMkLst>
        <pc:docMk/>
      </pc:docMkLst>
      <pc:sldChg chg="addSp delSp modSp">
        <pc:chgData name="Francisco José Pérez López" userId="S::fplopez@plainconcepts.com::08456b24-31d3-4638-a505-34ea205ec6f8" providerId="AD" clId="Web-{F09D66CE-842E-8518-75BA-CE09B5AA40E6}" dt="2026-03-02T07:31:32.336" v="75" actId="1076"/>
        <pc:sldMkLst>
          <pc:docMk/>
          <pc:sldMk cId="4248670696" sldId="262"/>
        </pc:sldMkLst>
        <pc:spChg chg="mod">
          <ac:chgData name="Francisco José Pérez López" userId="S::fplopez@plainconcepts.com::08456b24-31d3-4638-a505-34ea205ec6f8" providerId="AD" clId="Web-{F09D66CE-842E-8518-75BA-CE09B5AA40E6}" dt="2026-03-02T07:27:58.654" v="20" actId="20577"/>
          <ac:spMkLst>
            <pc:docMk/>
            <pc:sldMk cId="4248670696" sldId="262"/>
            <ac:spMk id="3" creationId="{7A318867-5F0A-EA1F-B63B-04C7BDDA4A9E}"/>
          </ac:spMkLst>
        </pc:spChg>
        <pc:spChg chg="mod">
          <ac:chgData name="Francisco José Pérez López" userId="S::fplopez@plainconcepts.com::08456b24-31d3-4638-a505-34ea205ec6f8" providerId="AD" clId="Web-{F09D66CE-842E-8518-75BA-CE09B5AA40E6}" dt="2026-03-02T07:28:20.670" v="67" actId="20577"/>
          <ac:spMkLst>
            <pc:docMk/>
            <pc:sldMk cId="4248670696" sldId="262"/>
            <ac:spMk id="4" creationId="{94A3FE76-249E-88AE-274F-16CB68CC885A}"/>
          </ac:spMkLst>
        </pc:spChg>
        <pc:picChg chg="add mod">
          <ac:chgData name="Francisco José Pérez López" userId="S::fplopez@plainconcepts.com::08456b24-31d3-4638-a505-34ea205ec6f8" providerId="AD" clId="Web-{F09D66CE-842E-8518-75BA-CE09B5AA40E6}" dt="2026-03-02T07:31:32.336" v="75" actId="1076"/>
          <ac:picMkLst>
            <pc:docMk/>
            <pc:sldMk cId="4248670696" sldId="262"/>
            <ac:picMk id="6" creationId="{A6C277AF-3029-0527-5AF8-6013665C737C}"/>
          </ac:picMkLst>
        </pc:picChg>
      </pc:sldChg>
      <pc:sldChg chg="modSp">
        <pc:chgData name="Francisco José Pérez López" userId="S::fplopez@plainconcepts.com::08456b24-31d3-4638-a505-34ea205ec6f8" providerId="AD" clId="Web-{F09D66CE-842E-8518-75BA-CE09B5AA40E6}" dt="2026-03-02T07:42:28.412" v="94" actId="20577"/>
        <pc:sldMkLst>
          <pc:docMk/>
          <pc:sldMk cId="437622625" sldId="280"/>
        </pc:sldMkLst>
        <pc:spChg chg="mod">
          <ac:chgData name="Francisco José Pérez López" userId="S::fplopez@plainconcepts.com::08456b24-31d3-4638-a505-34ea205ec6f8" providerId="AD" clId="Web-{F09D66CE-842E-8518-75BA-CE09B5AA40E6}" dt="2026-03-02T07:42:28.412" v="94" actId="20577"/>
          <ac:spMkLst>
            <pc:docMk/>
            <pc:sldMk cId="437622625" sldId="280"/>
            <ac:spMk id="3" creationId="{D9D818CE-9F33-3CF9-D1C0-635C755B70A7}"/>
          </ac:spMkLst>
        </pc:spChg>
      </pc:sldChg>
    </pc:docChg>
  </pc:docChgLst>
  <pc:docChgLst>
    <pc:chgData name="Francisco José Pérez López" userId="S::fplopez@plainconcepts.com::08456b24-31d3-4638-a505-34ea205ec6f8" providerId="AD" clId="Web-{23CAA84F-97C6-6A15-E1F2-6CE13086CEAD}"/>
    <pc:docChg chg="modSld">
      <pc:chgData name="Francisco José Pérez López" userId="S::fplopez@plainconcepts.com::08456b24-31d3-4638-a505-34ea205ec6f8" providerId="AD" clId="Web-{23CAA84F-97C6-6A15-E1F2-6CE13086CEAD}" dt="2026-03-13T15:58:32.787" v="30" actId="20577"/>
      <pc:docMkLst>
        <pc:docMk/>
      </pc:docMkLst>
      <pc:sldChg chg="modSp">
        <pc:chgData name="Francisco José Pérez López" userId="S::fplopez@plainconcepts.com::08456b24-31d3-4638-a505-34ea205ec6f8" providerId="AD" clId="Web-{23CAA84F-97C6-6A15-E1F2-6CE13086CEAD}" dt="2026-03-13T15:58:32.787" v="30" actId="20577"/>
        <pc:sldMkLst>
          <pc:docMk/>
          <pc:sldMk cId="3772424411" sldId="282"/>
        </pc:sldMkLst>
        <pc:spChg chg="mod">
          <ac:chgData name="Francisco José Pérez López" userId="S::fplopez@plainconcepts.com::08456b24-31d3-4638-a505-34ea205ec6f8" providerId="AD" clId="Web-{23CAA84F-97C6-6A15-E1F2-6CE13086CEAD}" dt="2026-03-13T15:58:32.787" v="30" actId="20577"/>
          <ac:spMkLst>
            <pc:docMk/>
            <pc:sldMk cId="3772424411" sldId="282"/>
            <ac:spMk id="3" creationId="{08A37B91-663C-B4E5-1D38-CF76C0B89644}"/>
          </ac:spMkLst>
        </pc:spChg>
      </pc:sldChg>
    </pc:docChg>
  </pc:docChgLst>
  <pc:docChgLst>
    <pc:chgData name="Kevin Albes Fernández" userId="S::kevin.albes@plainconcepts.com::f2272446-71f4-41cb-957c-0f769a03c5e7" providerId="AD" clId="Web-{94B7348A-B00C-11F7-D031-FA952BAE2337}"/>
    <pc:docChg chg="mod modSld modMainMaster">
      <pc:chgData name="Kevin Albes Fernández" userId="S::kevin.albes@plainconcepts.com::f2272446-71f4-41cb-957c-0f769a03c5e7" providerId="AD" clId="Web-{94B7348A-B00C-11F7-D031-FA952BAE2337}" dt="2026-02-28T12:34:56.969" v="43" actId="14100"/>
      <pc:docMkLst>
        <pc:docMk/>
      </pc:docMkLst>
      <pc:sldChg chg="addSp delSp modSp">
        <pc:chgData name="Kevin Albes Fernández" userId="S::kevin.albes@plainconcepts.com::f2272446-71f4-41cb-957c-0f769a03c5e7" providerId="AD" clId="Web-{94B7348A-B00C-11F7-D031-FA952BAE2337}" dt="2026-02-28T12:34:56.969" v="43" actId="14100"/>
        <pc:sldMkLst>
          <pc:docMk/>
          <pc:sldMk cId="4248670696" sldId="262"/>
        </pc:sldMkLst>
        <pc:spChg chg="add mod">
          <ac:chgData name="Kevin Albes Fernández" userId="S::kevin.albes@plainconcepts.com::f2272446-71f4-41cb-957c-0f769a03c5e7" providerId="AD" clId="Web-{94B7348A-B00C-11F7-D031-FA952BAE2337}" dt="2026-02-28T12:33:56.576" v="28" actId="1076"/>
          <ac:spMkLst>
            <pc:docMk/>
            <pc:sldMk cId="4248670696" sldId="262"/>
            <ac:spMk id="3" creationId="{7A318867-5F0A-EA1F-B63B-04C7BDDA4A9E}"/>
          </ac:spMkLst>
        </pc:spChg>
        <pc:spChg chg="add mod">
          <ac:chgData name="Kevin Albes Fernández" userId="S::kevin.albes@plainconcepts.com::f2272446-71f4-41cb-957c-0f769a03c5e7" providerId="AD" clId="Web-{94B7348A-B00C-11F7-D031-FA952BAE2337}" dt="2026-02-28T12:33:56.591" v="29" actId="1076"/>
          <ac:spMkLst>
            <pc:docMk/>
            <pc:sldMk cId="4248670696" sldId="262"/>
            <ac:spMk id="4" creationId="{94A3FE76-249E-88AE-274F-16CB68CC885A}"/>
          </ac:spMkLst>
        </pc:spChg>
        <pc:spChg chg="mod">
          <ac:chgData name="Kevin Albes Fernández" userId="S::kevin.albes@plainconcepts.com::f2272446-71f4-41cb-957c-0f769a03c5e7" providerId="AD" clId="Web-{94B7348A-B00C-11F7-D031-FA952BAE2337}" dt="2026-02-28T12:33:50.669" v="23" actId="20577"/>
          <ac:spMkLst>
            <pc:docMk/>
            <pc:sldMk cId="4248670696" sldId="262"/>
            <ac:spMk id="7" creationId="{DE186E32-C9B7-2BB2-EC87-3DDE29C2D883}"/>
          </ac:spMkLst>
        </pc:spChg>
        <pc:spChg chg="mod">
          <ac:chgData name="Kevin Albes Fernández" userId="S::kevin.albes@plainconcepts.com::f2272446-71f4-41cb-957c-0f769a03c5e7" providerId="AD" clId="Web-{94B7348A-B00C-11F7-D031-FA952BAE2337}" dt="2026-02-28T12:34:02.701" v="30" actId="14100"/>
          <ac:spMkLst>
            <pc:docMk/>
            <pc:sldMk cId="4248670696" sldId="262"/>
            <ac:spMk id="11" creationId="{3E88244F-A7FF-1046-9066-C18F24C973F5}"/>
          </ac:spMkLst>
        </pc:spChg>
      </pc:sldChg>
      <pc:sldMasterChg chg="addSp">
        <pc:chgData name="Kevin Albes Fernández" userId="S::kevin.albes@plainconcepts.com::f2272446-71f4-41cb-957c-0f769a03c5e7" providerId="AD" clId="Web-{94B7348A-B00C-11F7-D031-FA952BAE2337}" dt="2026-02-28T12:32:48.353" v="0" actId="33475"/>
        <pc:sldMasterMkLst>
          <pc:docMk/>
          <pc:sldMasterMk cId="2324928889" sldId="2147483648"/>
        </pc:sldMasterMkLst>
        <pc:spChg chg="add">
          <ac:chgData name="Kevin Albes Fernández" userId="S::kevin.albes@plainconcepts.com::f2272446-71f4-41cb-957c-0f769a03c5e7" providerId="AD" clId="Web-{94B7348A-B00C-11F7-D031-FA952BAE2337}" dt="2026-02-28T12:32:48.353" v="0" actId="33475"/>
          <ac:spMkLst>
            <pc:docMk/>
            <pc:sldMasterMk cId="2324928889" sldId="2147483648"/>
            <ac:spMk id="10" creationId="{61477442-3833-E205-A223-71F6E488290D}"/>
          </ac:spMkLst>
        </pc:spChg>
      </pc:sldMasterChg>
    </pc:docChg>
  </pc:docChgLst>
</pc:chgInfo>
</file>

<file path=ppt/comments/modernComment_110_2B234D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208F64-BFD1-4579-9129-F135D234D36B}" authorId="{4A85C460-CE89-B447-E82E-5F06B5F3C32A}" created="2026-03-02T07:36:28.910">
    <pc:sldMkLst xmlns:pc="http://schemas.microsoft.com/office/powerpoint/2013/main/command">
      <pc:docMk/>
      <pc:sldMk cId="723733896" sldId="272"/>
    </pc:sldMkLst>
    <p188:replyLst>
      <p188:reply id="{57539337-8334-B147-8AB3-69D01A99FC4A}" authorId="{099A2891-D0C5-D06D-B701-F74376B74B94}" created="2026-03-02T16:27:00.537">
        <p188:txBody>
          <a:bodyPr/>
          <a:lstStyle/>
          <a:p>
            <a:r>
              <a:rPr lang="en-US"/>
              <a:t>Si te digo la verdad me gusta así haha</a:t>
            </a:r>
          </a:p>
        </p188:txBody>
      </p188:reply>
    </p188:replyLst>
    <p188:txBody>
      <a:bodyPr/>
      <a:lstStyle/>
      <a:p>
        <a:r>
          <a:rPr lang="en-GB"/>
          <a:t>que tal una imagen de la estructura de carpetas para "romper" un poco la visión de solo texto ??</a:t>
        </a:r>
      </a:p>
    </p188:txBody>
  </p188:cm>
</p188:cmLst>
</file>

<file path=ppt/comments/modernComment_111_466BE9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B0511C-0042-4654-AFAA-0C0503651682}" authorId="{4A85C460-CE89-B447-E82E-5F06B5F3C32A}" status="resolved" created="2026-03-02T07:37:37.489" complete="100000">
    <pc:sldMkLst xmlns:pc="http://schemas.microsoft.com/office/powerpoint/2013/main/command">
      <pc:docMk/>
      <pc:sldMk cId="1181477312" sldId="273"/>
    </pc:sldMkLst>
    <p188:replyLst>
      <p188:reply id="{63B74E9B-3EE3-7340-BE6C-4AEE20DE06A0}" authorId="{099A2891-D0C5-D06D-B701-F74376B74B94}" created="2026-03-02T16:25:48.582">
        <p188:txBody>
          <a:bodyPr/>
          <a:lstStyle/>
          <a:p>
            <a:r>
              <a:rPr lang="en-US"/>
              <a:t>done</a:t>
            </a:r>
          </a:p>
        </p188:txBody>
      </p188:reply>
    </p188:replyLst>
    <p188:txBody>
      <a:bodyPr/>
      <a:lstStyle/>
      <a:p>
        <a:r>
          <a:rPr lang="en-GB"/>
          <a:t>en esta slide se debería comentar el concepto de yaml frontmatter, es una nomenclatura que luego se utiliza en otros sitios</a:t>
        </a:r>
      </a:p>
    </p188:txBody>
  </p188:cm>
</p188:cmLst>
</file>

<file path=ppt/comments/modernComment_113_297370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5CB93A-D138-49CF-BCBC-9FCDBFBA888E}" authorId="{4A85C460-CE89-B447-E82E-5F06B5F3C32A}" created="2026-03-02T07:38:25.006">
    <pc:sldMkLst xmlns:pc="http://schemas.microsoft.com/office/powerpoint/2013/main/command">
      <pc:docMk/>
      <pc:sldMk cId="695431395" sldId="275"/>
    </pc:sldMkLst>
    <p188:replyLst>
      <p188:reply id="{DE01928E-0346-084C-8F82-00363783FF64}" authorId="{099A2891-D0C5-D06D-B701-F74376B74B94}" created="2026-03-02T16:26:40.394">
        <p188:txBody>
          <a:bodyPr/>
          <a:lstStyle/>
          <a:p>
            <a:r>
              <a:rPr lang="en-US"/>
              <a:t>Es una recomendación no regla. Qutarías esa linea?  Igualmente seguramente es recomendable no pasar de 500 y usar referencias si es tan largo o no?</a:t>
            </a:r>
          </a:p>
        </p188:txBody>
      </p188:reply>
    </p188:replyLst>
    <p188:txBody>
      <a:bodyPr/>
      <a:lstStyle/>
      <a:p>
        <a:r>
          <a:rPr lang="en-GB"/>
          <a:t>el final de la demo incluye un ejemplo de un skill de github que precisamente se extiende más allá de 500 líneas y como solucionarlo</a:t>
        </a:r>
      </a:p>
    </p188:txBody>
  </p188:cm>
</p188:cmLst>
</file>

<file path=ppt/comments/modernComment_117_22FF6C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71DB14-ECE2-4F88-B8EE-CF2FD2976CF6}" authorId="{4A85C460-CE89-B447-E82E-5F06B5F3C32A}" created="2026-03-02T07:39:51.075">
    <pc:sldMkLst xmlns:pc="http://schemas.microsoft.com/office/powerpoint/2013/main/command">
      <pc:docMk/>
      <pc:sldMk cId="587164678" sldId="279"/>
    </pc:sldMkLst>
    <p188:replyLst>
      <p188:reply id="{7E0AD118-10DA-974B-9131-CDDEAB678837}" authorId="{099A2891-D0C5-D06D-B701-F74376B74B94}" created="2026-03-02T16:28:35.030">
        <p188:txBody>
          <a:bodyPr/>
          <a:lstStyle/>
          <a:p>
            <a:r>
              <a:rPr lang="en-US"/>
              <a:t>Esto es buena idea, lo incluiré</a:t>
            </a:r>
          </a:p>
        </p188:txBody>
      </p188:reply>
    </p188:replyLst>
    <p188:txBody>
      <a:bodyPr/>
      <a:lstStyle/>
      <a:p>
        <a:r>
          <a:rPr lang="en-GB"/>
          <a:t>aquí quizás vendría bien añadir en que carpeta / nombre de fichero donde reside cada cosa. el tema es que acabaría una slide un poco densa</a:t>
        </a:r>
      </a:p>
    </p188:txBody>
  </p188:cm>
  <p188:cm id="{D8E626BC-7B02-44B0-B9D0-71AF48080F32}" authorId="{4A85C460-CE89-B447-E82E-5F06B5F3C32A}" created="2026-03-02T07:40:26.781">
    <pc:sldMkLst xmlns:pc="http://schemas.microsoft.com/office/powerpoint/2013/main/command">
      <pc:docMk/>
      <pc:sldMk cId="587164678" sldId="279"/>
    </pc:sldMkLst>
    <p188:replyLst>
      <p188:reply id="{AD0472A3-7BFC-FD4D-AA70-71C396420D72}" authorId="{099A2891-D0C5-D06D-B701-F74376B74B94}" created="2026-03-02T16:28:17.347">
        <p188:txBody>
          <a:bodyPr/>
          <a:lstStyle/>
          <a:p>
            <a:r>
              <a:rPr lang="en-US"/>
              <a:t>me refiero a esto:
https://docs.github.com/en/copilot/tutorials/use-custom-instructions#organizing-instructions-across-files
copilot-instructions.md: Repository-wide instructions that apply to all files.
*.instructions.md: Path-specific instructions that apply to certain files or directories.</a:t>
            </a:r>
          </a:p>
        </p188:txBody>
      </p188:reply>
    </p188:replyLst>
    <p188:txBody>
      <a:bodyPr/>
      <a:lstStyle/>
      <a:p>
        <a:r>
          <a:rPr lang="en-GB"/>
          <a:t>no acabo de entender bien el tema de instrucciones repo / patrón ... no sé si te refieres más a nivel de repo / usuario ??</a:t>
        </a:r>
      </a:p>
    </p188:txBody>
  </p188:cm>
</p188:cmLst>
</file>

<file path=ppt/comments/modernComment_118_1A1597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965CCD-5624-44C6-AF90-2FB2AD9C54B1}" authorId="{4A85C460-CE89-B447-E82E-5F06B5F3C32A}" status="resolved" created="2026-03-02T07:42:25.95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37622625" sldId="280"/>
      <ac:spMk id="3" creationId="{D9D818CE-9F33-3CF9-D1C0-635C755B70A7}"/>
    </ac:deMkLst>
    <p188:replyLst>
      <p188:reply id="{869C80C6-80D8-C444-972E-FA80878A7B74}" authorId="{099A2891-D0C5-D06D-B701-F74376B74B94}" created="2026-03-02T16:30:12.236">
        <p188:txBody>
          <a:bodyPr/>
          <a:lstStyle/>
          <a:p>
            <a:r>
              <a:rPr lang="en-US"/>
              <a:t>añadido en la siguiente página</a:t>
            </a:r>
          </a:p>
        </p188:txBody>
      </p188:reply>
    </p188:replyLst>
    <p188:txBody>
      <a:bodyPr/>
      <a:lstStyle/>
      <a:p>
        <a:r>
          <a:rPr lang="en-GB"/>
          <a:t>añadí el skill creator de anthropic porque  es el skill por antonomasia para crear skills (algo así como un meta-skill)</a:t>
        </a:r>
      </a:p>
    </p188:txBody>
  </p188:cm>
</p188:cmLst>
</file>

<file path=ppt/comments/modernComment_119_BDC8AD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B531C9-A324-4431-9E44-D4587C56715A}" authorId="{4A85C460-CE89-B447-E82E-5F06B5F3C32A}" status="resolved" created="2026-03-02T07:48:10.686" complete="100000">
    <pc:sldMkLst xmlns:pc="http://schemas.microsoft.com/office/powerpoint/2013/main/command">
      <pc:docMk/>
      <pc:sldMk cId="3184045460" sldId="281"/>
    </pc:sldMkLst>
    <p188:replyLst>
      <p188:reply id="{9AB7BB38-0FAF-9F47-AFF3-621CE579AB7D}" authorId="{099A2891-D0C5-D06D-B701-F74376B74B94}" created="2026-03-02T16:29:59.343">
        <p188:txBody>
          <a:bodyPr/>
          <a:lstStyle/>
          <a:p>
            <a:r>
              <a:rPr lang="en-US"/>
              <a:t>listo. este también es buen punto para preguntar a asistentes que hacen</a:t>
            </a:r>
          </a:p>
        </p188:txBody>
      </p188:reply>
    </p188:replyLst>
    <p188:txBody>
      <a:bodyPr/>
      <a:lstStyle/>
      <a:p>
        <a:r>
          <a:rPr lang="en-GB"/>
          <a:t>yo quizás hablaría de que los skills han tenido hueco tanto para tareas orientadas a desarrollo como no-desarrollo .. .yo utilizo skills para generar mp4 o para mejorar el aspecto de páginas web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7.pn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1EE9-D2EB-5C33-5725-4B56BABCE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F3D8-AB67-38B5-1DB8-13C26FBF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9F7B-8A59-C812-FD25-1CBB6D6D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B246-1223-15CE-B4CB-B70E38C0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31C6-CA25-98DF-4895-90803E63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3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CA2-6192-B719-0129-5B99DFC2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096-5F51-307E-2A47-27DB991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C6AD-0EDA-F588-5329-96934F25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E12E-3351-7F31-096A-6AB3708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3FE4-F459-6950-4CF0-F4CC2C5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3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8F73-9284-754F-2F52-5CA80E2F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1591-AA24-2C74-8AFF-096689AB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26C6-800B-3E61-77C4-14D3B72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1F0F-EBE5-4723-FC50-AAB6F2CE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C0FA-5807-18E5-587B-B7A2B701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2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F2-628C-8C88-249F-BFAB1634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6485-B644-0558-A7FD-AEAED4D79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71156-96F1-92CE-B6C3-F94A91C7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0C72-0A44-3BEF-9C26-53713E0A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DD2E6-223F-35FA-E94D-9117D9F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0FB03-F720-5DC2-E42E-B57B840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6A22-53C5-7F35-DF9D-69CE4B1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DE2A-DA52-71E3-7C68-83F53C35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E3F1D-D3C0-24FE-284E-D5F1685F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7EFE4-4199-4006-38D6-DAA05F029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10480-9ED0-5B36-B2B4-EF74717E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6096-BD1F-82DC-C745-D6704A3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BAF-DF93-6D1A-1815-D8DB05A5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F9DBD-E7D2-5098-97C5-9D30859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9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F4B-55BB-19C7-00C7-FAB06E7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F63C3-058A-49D0-E59D-77071B1A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C61C-F827-8DE6-FB2D-73A2F047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1985B-B925-4C4C-6BF1-30AFC0EF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22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90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346B86B-2468-6155-A720-A0EFB753C672}"/>
              </a:ext>
            </a:extLst>
          </p:cNvPr>
          <p:cNvSpPr/>
          <p:nvPr userDrawn="1"/>
        </p:nvSpPr>
        <p:spPr>
          <a:xfrm>
            <a:off x="1" y="0"/>
            <a:ext cx="14869212" cy="7791254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FC26DAE-1827-C41B-7410-804EE11657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060" y="5381681"/>
            <a:ext cx="1325880" cy="13258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E193DA4-9750-86A2-1EBF-83A1C1D858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047" y="3977338"/>
            <a:ext cx="6201952" cy="86827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1D64B98-4BAD-E3B2-D745-114C2B2B2D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542" y="4036391"/>
            <a:ext cx="4134090" cy="961768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FA429FA-AAD6-205B-7B6C-43F36B73A2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5757" t="37435" r="-13983" b="38206"/>
          <a:stretch>
            <a:fillRect/>
          </a:stretch>
        </p:blipFill>
        <p:spPr>
          <a:xfrm>
            <a:off x="6096000" y="1770730"/>
            <a:ext cx="5802923" cy="167053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A874BF3-5966-B9B0-541C-A9FED88357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801" t="30054" r="22643" b="26240"/>
          <a:stretch>
            <a:fillRect/>
          </a:stretch>
        </p:blipFill>
        <p:spPr>
          <a:xfrm>
            <a:off x="735542" y="2052594"/>
            <a:ext cx="4430346" cy="16050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146BC5-D103-7374-8C6A-5CA2726E2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Thanks to our Sponsors !</a:t>
            </a:r>
          </a:p>
        </p:txBody>
      </p:sp>
      <p:pic>
        <p:nvPicPr>
          <p:cNvPr id="3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6DC7ED83-EFF3-D293-18EC-0B9D2B2F1F9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5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BFC1C8CC-C26A-06F1-FB64-A40D85D7AE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E4CD9F28-1108-FB02-209E-2774A93F66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54" y="-790575"/>
            <a:ext cx="3086100" cy="3086100"/>
          </a:xfrm>
          <a:prstGeom prst="rect">
            <a:avLst/>
          </a:prstGeom>
        </p:spPr>
      </p:pic>
      <p:sp>
        <p:nvSpPr>
          <p:cNvPr id="14" name="TextBox 19">
            <a:extLst>
              <a:ext uri="{FF2B5EF4-FFF2-40B4-BE49-F238E27FC236}">
                <a16:creationId xmlns:a16="http://schemas.microsoft.com/office/drawing/2014/main" id="{338BDF91-2FD2-8BB0-FB4A-0DFD30381A35}"/>
              </a:ext>
            </a:extLst>
          </p:cNvPr>
          <p:cNvSpPr txBox="1"/>
          <p:nvPr userDrawn="1"/>
        </p:nvSpPr>
        <p:spPr>
          <a:xfrm>
            <a:off x="3799869" y="6360399"/>
            <a:ext cx="17768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0" i="0" dirty="0">
                <a:solidFill>
                  <a:srgbClr val="FFFFFF"/>
                </a:solidFill>
                <a:effectLst/>
                <a:latin typeface="Lufga" panose="00000500000000000000" pitchFamily="50" charset="0"/>
              </a:rPr>
              <a:t>Sponsored by:</a:t>
            </a:r>
            <a:endParaRPr lang="en-US" sz="1600" dirty="0">
              <a:effectLst/>
              <a:latin typeface="Lufga" panose="00000500000000000000" pitchFamily="50" charset="0"/>
            </a:endParaRPr>
          </a:p>
        </p:txBody>
      </p:sp>
      <p:pic>
        <p:nvPicPr>
          <p:cNvPr id="15" name="Picture 21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97607732-FB48-E265-C627-88B27A0E8B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4256806"/>
            <a:ext cx="247190" cy="247190"/>
          </a:xfrm>
          <a:prstGeom prst="rect">
            <a:avLst/>
          </a:prstGeom>
        </p:spPr>
      </p:pic>
      <p:pic>
        <p:nvPicPr>
          <p:cNvPr id="17" name="Picture 26" descr="A white and black logo&#10;&#10;AI-generated content may be incorrect.">
            <a:extLst>
              <a:ext uri="{FF2B5EF4-FFF2-40B4-BE49-F238E27FC236}">
                <a16:creationId xmlns:a16="http://schemas.microsoft.com/office/drawing/2014/main" id="{C96D3082-BF58-825F-8BAD-FC6C83D2AFC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4716861"/>
            <a:ext cx="212327" cy="212327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DB4F0092-583A-CA3F-5915-FDBF4B801A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7888" y="6353138"/>
            <a:ext cx="1245962" cy="37192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95D8D48E-0AD4-F251-4279-A3C2EE776E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0949" b="45185"/>
          <a:stretch>
            <a:fillRect/>
          </a:stretch>
        </p:blipFill>
        <p:spPr>
          <a:xfrm>
            <a:off x="6755216" y="6355935"/>
            <a:ext cx="2004668" cy="359705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3D37F599-6062-E0EC-F4C1-DA8F8FB3F5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12749" y="6459871"/>
            <a:ext cx="1028930" cy="23908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2718847-F4DB-9C5F-FA5B-4D300A92463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834" y="6434101"/>
            <a:ext cx="1706460" cy="239082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7223AA1-9489-48D7-E5DD-E7585650F16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934" y="6243210"/>
            <a:ext cx="642103" cy="61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43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7961D6A3-C4B7-07A0-DE92-30F1FC705B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8" descr="A cartoon of a castle&#10;&#10;AI-generated content may be incorrect.">
            <a:extLst>
              <a:ext uri="{FF2B5EF4-FFF2-40B4-BE49-F238E27FC236}">
                <a16:creationId xmlns:a16="http://schemas.microsoft.com/office/drawing/2014/main" id="{DE145FB9-615A-0B7F-DA66-DBE626FEB0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36" y="846545"/>
            <a:ext cx="4601498" cy="4601498"/>
          </a:xfrm>
          <a:prstGeom prst="roundRect">
            <a:avLst>
              <a:gd name="adj" fmla="val 3212"/>
            </a:avLst>
          </a:prstGeom>
          <a:ln>
            <a:noFill/>
          </a:ln>
          <a:effectLst>
            <a:outerShdw blurRad="368300" sx="111000" sy="111000" algn="ctr" rotWithShape="0">
              <a:prstClr val="black">
                <a:alpha val="35000"/>
              </a:prstClr>
            </a:outerShdw>
            <a:softEdge rad="0"/>
          </a:effectLst>
        </p:spPr>
      </p:pic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50AC838E-AE82-4EA4-86FA-BF43A65FCCB0}"/>
              </a:ext>
            </a:extLst>
          </p:cNvPr>
          <p:cNvSpPr/>
          <p:nvPr userDrawn="1"/>
        </p:nvSpPr>
        <p:spPr>
          <a:xfrm rot="21385415">
            <a:off x="7622042" y="5194407"/>
            <a:ext cx="3283974" cy="523568"/>
          </a:xfrm>
          <a:prstGeom prst="roundRect">
            <a:avLst/>
          </a:prstGeom>
          <a:solidFill>
            <a:srgbClr val="D5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FEE402B-1303-D3CA-131A-27FF99705070}"/>
              </a:ext>
            </a:extLst>
          </p:cNvPr>
          <p:cNvSpPr txBox="1"/>
          <p:nvPr userDrawn="1"/>
        </p:nvSpPr>
        <p:spPr>
          <a:xfrm rot="21393749">
            <a:off x="7681629" y="5267598"/>
            <a:ext cx="3295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Lufga" panose="00000500000000000000" pitchFamily="50" charset="0"/>
                <a:cs typeface="Lao UI" panose="020F0502020204030204" pitchFamily="34" charset="0"/>
              </a:rPr>
              <a:t>agentcamp.city/barcelona</a:t>
            </a:r>
            <a:endParaRPr lang="en-US" dirty="0">
              <a:solidFill>
                <a:schemeClr val="bg1"/>
              </a:solidFill>
              <a:latin typeface="Lufga" panose="00000500000000000000" pitchFamily="50" charset="0"/>
              <a:cs typeface="Lao UI" panose="020F050202020403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2C865B83-9B60-EED5-0668-2C495D12EAEB}"/>
              </a:ext>
            </a:extLst>
          </p:cNvPr>
          <p:cNvSpPr txBox="1"/>
          <p:nvPr userDrawn="1"/>
        </p:nvSpPr>
        <p:spPr>
          <a:xfrm>
            <a:off x="1104900" y="2808288"/>
            <a:ext cx="2278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14 March 2026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62134468-67BA-7D6C-1A94-3C4027745ACD}"/>
              </a:ext>
            </a:extLst>
          </p:cNvPr>
          <p:cNvSpPr txBox="1"/>
          <p:nvPr userDrawn="1"/>
        </p:nvSpPr>
        <p:spPr>
          <a:xfrm>
            <a:off x="1104899" y="3429000"/>
            <a:ext cx="39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09:00 AM – 04:00 PM CST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3504E05-4A02-3559-E8D2-01721A66B53D}"/>
              </a:ext>
            </a:extLst>
          </p:cNvPr>
          <p:cNvSpPr txBox="1"/>
          <p:nvPr userDrawn="1"/>
        </p:nvSpPr>
        <p:spPr>
          <a:xfrm>
            <a:off x="1104898" y="4049712"/>
            <a:ext cx="3983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Harbour Space University</a:t>
            </a:r>
          </a:p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Barcelona, Spain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D1AACF8C-8C9B-A46C-F744-250F103B4157}"/>
              </a:ext>
            </a:extLst>
          </p:cNvPr>
          <p:cNvSpPr txBox="1"/>
          <p:nvPr userDrawn="1"/>
        </p:nvSpPr>
        <p:spPr>
          <a:xfrm>
            <a:off x="3799869" y="6360399"/>
            <a:ext cx="17768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0" i="0" dirty="0">
                <a:solidFill>
                  <a:srgbClr val="FFFFFF"/>
                </a:solidFill>
                <a:effectLst/>
                <a:latin typeface="Lufga" panose="00000500000000000000" pitchFamily="50" charset="0"/>
              </a:rPr>
              <a:t>Sponsored by:</a:t>
            </a:r>
            <a:endParaRPr lang="en-US" sz="1600" dirty="0">
              <a:effectLst/>
              <a:latin typeface="Lufga" panose="00000500000000000000" pitchFamily="50" charset="0"/>
            </a:endParaRPr>
          </a:p>
        </p:txBody>
      </p:sp>
      <p:pic>
        <p:nvPicPr>
          <p:cNvPr id="13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4D7F2155-611F-A618-785F-D6E89D65CD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2896474"/>
            <a:ext cx="297575" cy="297575"/>
          </a:xfrm>
          <a:prstGeom prst="rect">
            <a:avLst/>
          </a:prstGeom>
        </p:spPr>
      </p:pic>
      <p:pic>
        <p:nvPicPr>
          <p:cNvPr id="14" name="Picture 16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A17D7CFD-1C87-A88F-E9B2-CCFF928CE5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3523016"/>
            <a:ext cx="297575" cy="297575"/>
          </a:xfrm>
          <a:prstGeom prst="rect">
            <a:avLst/>
          </a:prstGeom>
        </p:spPr>
      </p:pic>
      <p:pic>
        <p:nvPicPr>
          <p:cNvPr id="15" name="Picture 17" descr="A white and black logo&#10;&#10;AI-generated content may be incorrect.">
            <a:extLst>
              <a:ext uri="{FF2B5EF4-FFF2-40B4-BE49-F238E27FC236}">
                <a16:creationId xmlns:a16="http://schemas.microsoft.com/office/drawing/2014/main" id="{73149E88-8596-01C6-D367-F81B546ECA1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4149558"/>
            <a:ext cx="297575" cy="297575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2D93AF1-4483-9A54-1833-409FCED943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7888" y="6353138"/>
            <a:ext cx="1245962" cy="37192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CFF8F3FA-9118-53D3-4B3A-B8C6DD19A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40949" b="45185"/>
          <a:stretch>
            <a:fillRect/>
          </a:stretch>
        </p:blipFill>
        <p:spPr>
          <a:xfrm>
            <a:off x="6755216" y="6355935"/>
            <a:ext cx="2004668" cy="35970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B5ECB2DE-D188-7D1C-5690-BE285FEE19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12749" y="6459871"/>
            <a:ext cx="1028930" cy="23908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3259992-3960-B3A0-CCDD-60887D41C89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834" y="6434101"/>
            <a:ext cx="1706460" cy="23908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0A014A9-5AF1-8034-0A3F-A3EF44B5B88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934" y="6243210"/>
            <a:ext cx="642103" cy="61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54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4608-5700-7ABB-3B11-17A1733A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985A-A762-6D68-96CE-708156E8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CDE34-99E1-7839-2B0F-94EB04F1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65DE-2586-726F-D9F1-B655647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ACA4-246B-2D2B-B0A2-7B3B8364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F95E-B6AF-9DC2-75C4-EFE145A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9783-0310-DE24-EA8E-68868C60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4A9A4-8063-FD4E-B52F-870A335E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D6CD9-31F2-5B1E-5A4A-5C38DC7E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85EA1-5BC1-7832-B7F5-F4D0D810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3897-C011-118D-F95A-F28E8241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89DB-5854-05BE-CA9A-8C12A93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91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7F6B-1E32-634B-ECF5-914F348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2C2E-B674-7B94-0CEA-FA799A6C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02D8-568D-7D89-F880-BC7CB7B8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08C1-9A9A-6346-9A12-1D3610C7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F3EC-8378-D48B-33A6-5CE4EE9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6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EE578-E2D0-5B96-36A3-22987888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01419-F51A-A866-89B2-A6DA5883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C4B-965E-E49C-1E6E-2DB208DB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8E58-6C96-B2BB-7FAB-B4405AD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4CAE-BF6F-C7AC-625B-80BE10E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E134ECA9-9007-251D-BF9F-93E1B19975D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8A224-A07F-D1CC-488A-32F01743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CCA1-C758-6EF9-6BA9-6868514C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22D6-AE58-5C40-599F-4E9DAEEC9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3396F-A861-4C1C-A7E9-F53FB1B01DF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2FAF-006F-1388-18F2-1A8758C63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DBDE-7680-E54A-7822-E5230C6A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090FE9-6F62-0D72-68E0-1450118534C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477442-3833-E205-A223-71F6E488290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32492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2" r:id="rId8"/>
    <p:sldLayoutId id="2147483661" r:id="rId9"/>
    <p:sldLayoutId id="2147483660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7CA66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0_2B234D8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466BE9C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3_297370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7_22FF6C0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8_1A15976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9_BDC8AD9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github.com/anthropics/skills" TargetMode="External"/><Relationship Id="rId7" Type="http://schemas.openxmlformats.org/officeDocument/2006/relationships/hyperlink" Target="https://github.com/databricks-solutions/ai-dev-kit/" TargetMode="External"/><Relationship Id="rId2" Type="http://schemas.openxmlformats.org/officeDocument/2006/relationships/hyperlink" Target="https://github.com/github/awesome-copilot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microsoft/azure-skills/" TargetMode="External"/><Relationship Id="rId5" Type="http://schemas.openxmlformats.org/officeDocument/2006/relationships/hyperlink" Target="https://github.com/huggingface/skills/" TargetMode="External"/><Relationship Id="rId4" Type="http://schemas.openxmlformats.org/officeDocument/2006/relationships/hyperlink" Target="https://github.com/openai/openai-agents-python/.agents/skill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34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E186E32-C9B7-2BB2-EC87-3DDE29C2D883}"/>
              </a:ext>
            </a:extLst>
          </p:cNvPr>
          <p:cNvSpPr txBox="1"/>
          <p:nvPr/>
        </p:nvSpPr>
        <p:spPr>
          <a:xfrm>
            <a:off x="593229" y="2088577"/>
            <a:ext cx="5074006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err="1">
                <a:solidFill>
                  <a:srgbClr val="F7CA66"/>
                </a:solidFill>
                <a:latin typeface="Lufga"/>
              </a:rPr>
              <a:t>Exprime</a:t>
            </a:r>
            <a:r>
              <a:rPr lang="en-US" sz="3600" b="1" dirty="0">
                <a:solidFill>
                  <a:srgbClr val="F7CA66"/>
                </a:solidFill>
                <a:latin typeface="Lufga"/>
              </a:rPr>
              <a:t> </a:t>
            </a:r>
            <a:r>
              <a:rPr lang="en-US" sz="3600" b="1" err="1">
                <a:solidFill>
                  <a:srgbClr val="F7CA66"/>
                </a:solidFill>
                <a:latin typeface="Lufga"/>
              </a:rPr>
              <a:t>Github</a:t>
            </a:r>
            <a:r>
              <a:rPr lang="en-US" sz="3600" b="1" dirty="0">
                <a:solidFill>
                  <a:srgbClr val="F7CA66"/>
                </a:solidFill>
                <a:latin typeface="Lufga"/>
              </a:rPr>
              <a:t> </a:t>
            </a:r>
            <a:r>
              <a:rPr lang="en-US" sz="3600" b="1">
                <a:solidFill>
                  <a:srgbClr val="F7CA66"/>
                </a:solidFill>
                <a:latin typeface="Lufga"/>
              </a:rPr>
              <a:t>Copilot con Agent Skills</a:t>
            </a:r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9393819-DADA-8F29-A555-D202B69BF045}"/>
              </a:ext>
            </a:extLst>
          </p:cNvPr>
          <p:cNvSpPr txBox="1"/>
          <p:nvPr/>
        </p:nvSpPr>
        <p:spPr>
          <a:xfrm>
            <a:off x="992443" y="4190970"/>
            <a:ext cx="1933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ufga" panose="00000500000000000000" pitchFamily="50" charset="0"/>
              </a:rPr>
              <a:t>14 March 2026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3E88244F-A7FF-1046-9066-C18F24C973F5}"/>
              </a:ext>
            </a:extLst>
          </p:cNvPr>
          <p:cNvSpPr txBox="1"/>
          <p:nvPr/>
        </p:nvSpPr>
        <p:spPr>
          <a:xfrm>
            <a:off x="989134" y="4598533"/>
            <a:ext cx="4679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ufga" panose="00000500000000000000" pitchFamily="50" charset="0"/>
              </a:rPr>
              <a:t>Harbour Space University, Barcelona, Spain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A5CFA7AE-3FD2-7A19-10C3-75AE347589EF}"/>
              </a:ext>
            </a:extLst>
          </p:cNvPr>
          <p:cNvSpPr txBox="1"/>
          <p:nvPr/>
        </p:nvSpPr>
        <p:spPr>
          <a:xfrm>
            <a:off x="9434863" y="4544323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Kevin Albes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5A9E019D-6165-F91F-51E3-D18B5540F410}"/>
              </a:ext>
            </a:extLst>
          </p:cNvPr>
          <p:cNvSpPr txBox="1"/>
          <p:nvPr/>
        </p:nvSpPr>
        <p:spPr>
          <a:xfrm>
            <a:off x="9087818" y="4871234"/>
            <a:ext cx="2209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Principal AI Engineer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7A318867-5F0A-EA1F-B63B-04C7BDDA4A9E}"/>
              </a:ext>
            </a:extLst>
          </p:cNvPr>
          <p:cNvSpPr txBox="1"/>
          <p:nvPr/>
        </p:nvSpPr>
        <p:spPr>
          <a:xfrm>
            <a:off x="6477685" y="4502454"/>
            <a:ext cx="148149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/>
            <a:r>
              <a:rPr lang="en-US" sz="2000" b="1">
                <a:solidFill>
                  <a:srgbClr val="F7CA66"/>
                </a:solidFill>
                <a:latin typeface="Lufga"/>
              </a:rPr>
              <a:t>Fran Pérez</a:t>
            </a:r>
            <a:endParaRPr lang="en-US" sz="2000" b="1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94A3FE76-249E-88AE-274F-16CB68CC885A}"/>
              </a:ext>
            </a:extLst>
          </p:cNvPr>
          <p:cNvSpPr txBox="1"/>
          <p:nvPr/>
        </p:nvSpPr>
        <p:spPr>
          <a:xfrm>
            <a:off x="5659358" y="4829365"/>
            <a:ext cx="2869696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600">
                <a:solidFill>
                  <a:srgbClr val="F7CA66"/>
                </a:solidFill>
                <a:latin typeface="Lufga"/>
              </a:rPr>
              <a:t>Machine Learning </a:t>
            </a:r>
            <a:r>
              <a:rPr lang="en-US" sz="1600" err="1">
                <a:solidFill>
                  <a:srgbClr val="F7CA66"/>
                </a:solidFill>
                <a:latin typeface="Lufga"/>
              </a:rPr>
              <a:t>Enginee</a:t>
            </a:r>
            <a:r>
              <a:rPr lang="en-US" sz="1600">
                <a:solidFill>
                  <a:srgbClr val="F7CA66"/>
                </a:solidFill>
                <a:latin typeface="Lufga"/>
              </a:rPr>
              <a:t>r</a:t>
            </a:r>
            <a:endParaRPr lang="en-US" sz="16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pic>
        <p:nvPicPr>
          <p:cNvPr id="5" name="Picture Placeholder 2" descr="A person standing in front of a fence with palm trees&#10;&#10;AI-generated content may be incorrect.">
            <a:extLst>
              <a:ext uri="{FF2B5EF4-FFF2-40B4-BE49-F238E27FC236}">
                <a16:creationId xmlns:a16="http://schemas.microsoft.com/office/drawing/2014/main" id="{84581F3B-EFCA-CD1F-4993-C93E45804A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45" t="33466" r="1784" b="1104"/>
          <a:stretch>
            <a:fillRect/>
          </a:stretch>
        </p:blipFill>
        <p:spPr bwMode="ltGray">
          <a:xfrm>
            <a:off x="8909733" y="1919016"/>
            <a:ext cx="2565419" cy="2495551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</p:pic>
      <p:pic>
        <p:nvPicPr>
          <p:cNvPr id="6" name="Picture 5" descr="A person taking a selfie&#10;&#10;AI-generated content may be incorrect.">
            <a:extLst>
              <a:ext uri="{FF2B5EF4-FFF2-40B4-BE49-F238E27FC236}">
                <a16:creationId xmlns:a16="http://schemas.microsoft.com/office/drawing/2014/main" id="{A6C277AF-3029-0527-5AF8-6013665C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097" y="1889513"/>
            <a:ext cx="1948442" cy="250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7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548DC-A7B3-4C35-768E-91FC40240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660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03497-23B8-6BEB-1045-3FCA6989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3055-BDD2-9FF3-1EF5-F087E1EE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Que vas a aprender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5561EA3C-FF42-D4C7-4B6E-F4D82738378A}"/>
              </a:ext>
            </a:extLst>
          </p:cNvPr>
          <p:cNvSpPr txBox="1"/>
          <p:nvPr/>
        </p:nvSpPr>
        <p:spPr>
          <a:xfrm>
            <a:off x="909235" y="1802067"/>
            <a:ext cx="9018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Aprenderás a usar las Skills adecuadamente dentro de tu ciclo de desarrollo. Con ellas podrás automatizar flujos complejos, ejecutar scripts y dotar de nuevas capacidades a tus agentes.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El objetivo es que después de esta charla puedas crear tus propias skills siguiendo las buenas prácticas.</a:t>
            </a:r>
          </a:p>
        </p:txBody>
      </p:sp>
    </p:spTree>
    <p:extLst>
      <p:ext uri="{BB962C8B-B14F-4D97-AF65-F5344CB8AC3E}">
        <p14:creationId xmlns:p14="http://schemas.microsoft.com/office/powerpoint/2010/main" val="3500208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5517-ABE2-1C5B-A15E-FF1A9BFF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Agenda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8E581F5B-7F39-CD1E-2106-F0E5C3C2397E}"/>
              </a:ext>
            </a:extLst>
          </p:cNvPr>
          <p:cNvSpPr txBox="1"/>
          <p:nvPr/>
        </p:nvSpPr>
        <p:spPr>
          <a:xfrm>
            <a:off x="909235" y="1802067"/>
            <a:ext cx="62816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Que son las Agent Skills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Como crear un Skill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Cuando usar Skills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Ejemplos reales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Demo</a:t>
            </a:r>
          </a:p>
          <a:p>
            <a:pPr marL="457200" indent="-457200">
              <a:buFont typeface="+mj-lt"/>
              <a:buAutoNum type="arabicPeriod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59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52BFC4-DEDE-FFFD-9E83-D40BB145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son las Agent Skills</a:t>
            </a:r>
          </a:p>
        </p:txBody>
      </p:sp>
    </p:spTree>
    <p:extLst>
      <p:ext uri="{BB962C8B-B14F-4D97-AF65-F5344CB8AC3E}">
        <p14:creationId xmlns:p14="http://schemas.microsoft.com/office/powerpoint/2010/main" val="90342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E7D7-6A73-0119-6723-1526253B3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83BF-0C3B-6D93-077B-A6977371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Un poco de contexto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40BBB9A7-6375-DFBB-852C-AC6CAB0F9117}"/>
              </a:ext>
            </a:extLst>
          </p:cNvPr>
          <p:cNvSpPr txBox="1"/>
          <p:nvPr/>
        </p:nvSpPr>
        <p:spPr>
          <a:xfrm>
            <a:off x="909235" y="1802067"/>
            <a:ext cx="99836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Durante los últimos años hemos visto múltiples maneras de aportar contexto adicional a los agentes.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Cada empresa creo su própia manera de hacerlo. Github Copilot antes de las skills ya disponía de múltiples maneras de aportar contexto.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De la misma manera que con MCP, estamos convergiendo hacia Skills.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Agent Skills son un formato abierto desarrollado por Anthropic que esta empezando a ser adoptado por la industria (Anthropic, Github, Cursor)</a:t>
            </a:r>
          </a:p>
        </p:txBody>
      </p:sp>
    </p:spTree>
    <p:extLst>
      <p:ext uri="{BB962C8B-B14F-4D97-AF65-F5344CB8AC3E}">
        <p14:creationId xmlns:p14="http://schemas.microsoft.com/office/powerpoint/2010/main" val="357465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3DD86-C8C1-FFD2-BB22-6AE61695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2212-CBA4-AB1C-652B-A5CD3053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Que es un skill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660EB1FA-EDC9-599A-8B21-9D58B1EB50B0}"/>
              </a:ext>
            </a:extLst>
          </p:cNvPr>
          <p:cNvSpPr txBox="1"/>
          <p:nvPr/>
        </p:nvSpPr>
        <p:spPr>
          <a:xfrm>
            <a:off x="909234" y="1802067"/>
            <a:ext cx="38136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Agent skills son Capacidades que damos a un agente.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Ejemplos: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Analizar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Crear documentación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Hacer tests de integración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Un Skill puede ser usado por múltiples agentes.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F26C3-6F0D-0DB0-D904-581874A28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2" r="10023"/>
          <a:stretch>
            <a:fillRect/>
          </a:stretch>
        </p:blipFill>
        <p:spPr>
          <a:xfrm>
            <a:off x="5085427" y="1571248"/>
            <a:ext cx="6844683" cy="437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2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07417-750E-3B33-B037-98414F24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DB8C-92E9-FBE5-16E6-618DC7A9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Que nos aportan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2C3866A0-569D-56BF-A284-9FBB0F3E9D37}"/>
              </a:ext>
            </a:extLst>
          </p:cNvPr>
          <p:cNvSpPr txBox="1"/>
          <p:nvPr/>
        </p:nvSpPr>
        <p:spPr>
          <a:xfrm>
            <a:off x="909234" y="1802067"/>
            <a:ext cx="84034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Una manera de encapsular scripts, conocimiento de dominio e instrucciones en una Skill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Nos evita crear prompts gigantes en nuestros agentes y separar sus capacidades en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Solo se cargarán solo cuando es necesario. Por defecto solo cargamos nombre y descripción.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Integradas en el ecosistema agentico (ej: MCP)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Son reusables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Son portables y setup generalista</a:t>
            </a:r>
          </a:p>
        </p:txBody>
      </p:sp>
    </p:spTree>
    <p:extLst>
      <p:ext uri="{BB962C8B-B14F-4D97-AF65-F5344CB8AC3E}">
        <p14:creationId xmlns:p14="http://schemas.microsoft.com/office/powerpoint/2010/main" val="1498666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BBC8B-6D4D-FD3E-23C2-91E5986A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1F1B-0DE7-8A84-12F3-3A2FC1E3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Diferencia entre Skill y agente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411702-3504-C0DD-9389-0D2827EB0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45409"/>
              </p:ext>
            </p:extLst>
          </p:nvPr>
        </p:nvGraphicFramePr>
        <p:xfrm>
          <a:off x="1019945" y="1820497"/>
          <a:ext cx="10130409" cy="165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7340">
                  <a:extLst>
                    <a:ext uri="{9D8B030D-6E8A-4147-A177-3AD203B41FA5}">
                      <a16:colId xmlns:a16="http://schemas.microsoft.com/office/drawing/2014/main" val="1614010820"/>
                    </a:ext>
                  </a:extLst>
                </a:gridCol>
                <a:gridCol w="3604334">
                  <a:extLst>
                    <a:ext uri="{9D8B030D-6E8A-4147-A177-3AD203B41FA5}">
                      <a16:colId xmlns:a16="http://schemas.microsoft.com/office/drawing/2014/main" val="1159485893"/>
                    </a:ext>
                  </a:extLst>
                </a:gridCol>
                <a:gridCol w="4518735">
                  <a:extLst>
                    <a:ext uri="{9D8B030D-6E8A-4147-A177-3AD203B41FA5}">
                      <a16:colId xmlns:a16="http://schemas.microsoft.com/office/drawing/2014/main" val="329714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Agente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Skill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492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Caso de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uso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Queremos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una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entidad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capaz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gestionar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flujos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end-to-end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Orientado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a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tareas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específicas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que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puede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ser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reusadas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entre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agentes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153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Comportamiento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Selecciona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skills,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sigue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instrucciones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y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orquesta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tareas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Skills son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llamadas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por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el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agente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para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ejecutar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tareas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concretas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25718499"/>
                  </a:ext>
                </a:extLst>
              </a:tr>
            </a:tbl>
          </a:graphicData>
        </a:graphic>
      </p:graphicFrame>
      <p:sp>
        <p:nvSpPr>
          <p:cNvPr id="5" name="TextBox 14">
            <a:extLst>
              <a:ext uri="{FF2B5EF4-FFF2-40B4-BE49-F238E27FC236}">
                <a16:creationId xmlns:a16="http://schemas.microsoft.com/office/drawing/2014/main" id="{80679900-6A42-374C-193A-E48D2012B82B}"/>
              </a:ext>
            </a:extLst>
          </p:cNvPr>
          <p:cNvSpPr txBox="1"/>
          <p:nvPr/>
        </p:nvSpPr>
        <p:spPr>
          <a:xfrm>
            <a:off x="1019945" y="4065873"/>
            <a:ext cx="99836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Agente CI-Debugger: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Lee logs de Github Actions falladas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Aplica la skill github-actions-failure-debugging que sabe como parsear logs y analizarlos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Sugiere y aplica fixes</a:t>
            </a:r>
          </a:p>
        </p:txBody>
      </p:sp>
    </p:spTree>
    <p:extLst>
      <p:ext uri="{BB962C8B-B14F-4D97-AF65-F5344CB8AC3E}">
        <p14:creationId xmlns:p14="http://schemas.microsoft.com/office/powerpoint/2010/main" val="3064296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85E42-9955-1FCA-F551-C3CE5F5E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5E87FC-71C2-7BF3-B80B-AFCFC11E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Skill</a:t>
            </a:r>
          </a:p>
        </p:txBody>
      </p:sp>
    </p:spTree>
    <p:extLst>
      <p:ext uri="{BB962C8B-B14F-4D97-AF65-F5344CB8AC3E}">
        <p14:creationId xmlns:p14="http://schemas.microsoft.com/office/powerpoint/2010/main" val="287183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D624-8F51-4393-F664-F9C74E8D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68B7-C9C5-1170-B5AE-FAF13C8E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Creación de una skill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5BBA72F7-0A07-EA11-4136-510FF7D114B1}"/>
              </a:ext>
            </a:extLst>
          </p:cNvPr>
          <p:cNvSpPr txBox="1"/>
          <p:nvPr/>
        </p:nvSpPr>
        <p:spPr>
          <a:xfrm>
            <a:off x="909235" y="1802067"/>
            <a:ext cx="998366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Las skills son una carpeta siguiendo la siguiente estructura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skill-name/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└── SKILL.md         # Required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└── scripts/            # Optional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└── references/    # Optional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└── assets/            # Optional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Para que copilot las use, deben registrarse dentro de agent-instructions.md o referenciarse desde chatmodes, prompts, etc. Con mencionar la skill, su path y cuando usarla es suficiente.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Generalmente las pondremos dentro de .github/skills/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7338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C8B7-60D6-AFA2-EA3F-85865B85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993D-43E9-9093-CE15-C358E529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Formato YAML Frontmatter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A2F973A3-4D60-A705-67F1-8F82D2F44370}"/>
              </a:ext>
            </a:extLst>
          </p:cNvPr>
          <p:cNvSpPr txBox="1"/>
          <p:nvPr/>
        </p:nvSpPr>
        <p:spPr>
          <a:xfrm>
            <a:off x="909235" y="1802067"/>
            <a:ext cx="998366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---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name: pdf-processing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description: Extract text and tables from PDF files, fill forms, merge documents.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license: Apache-2.0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metadata: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  author: example-org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  version: "1.0"</a:t>
            </a: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---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Instrucciones… (markdown)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----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Tener en cuenta que nombre y descripción es lo que se usa para determinar si usar la skill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4773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110B-A266-4A59-A92C-84FD8A1F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2AF2-4A08-F637-9B22-BA2916ED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Body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D2BD2605-2365-523D-367C-90A2CD982984}"/>
              </a:ext>
            </a:extLst>
          </p:cNvPr>
          <p:cNvSpPr txBox="1"/>
          <p:nvPr/>
        </p:nvSpPr>
        <p:spPr>
          <a:xfrm>
            <a:off x="909235" y="1802067"/>
            <a:ext cx="99836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Es un prompt detallando como se debe comportar la skill y cuando usar sus recursos.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Que debería tener: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Instrucciones paso a paso detalladas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Ejemplos de entrada / salida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Corner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Dependencias indicando cuando y como usarlas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Scripts, assets, referencias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MCPs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Otras skills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835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E2A0-BD85-41BB-4C23-704033875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EE1B-DD4D-96FA-2C4D-226E56C7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Body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8716FFD1-6731-5697-8A8B-C4A6C5B8CB98}"/>
              </a:ext>
            </a:extLst>
          </p:cNvPr>
          <p:cNvSpPr txBox="1"/>
          <p:nvPr/>
        </p:nvSpPr>
        <p:spPr>
          <a:xfrm>
            <a:off x="909235" y="1802067"/>
            <a:ext cx="99836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Recomendaciones: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Mover texto extenso, ejemplos, etc. a referencias, especialmente si no siempre son necesarios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Mantener las skills específicas – evitar skills monolito o que se vuelvan agentes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Se recomienda menos de 500 líneas para SKILL.md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4313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A63FE-3729-7C6E-CD31-F49D7424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0E24-2384-8B55-5369-E5C8C880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Directorios opcionales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7A757B22-6539-7C84-02D9-BA74F9CF16F7}"/>
              </a:ext>
            </a:extLst>
          </p:cNvPr>
          <p:cNvSpPr txBox="1"/>
          <p:nvPr/>
        </p:nvSpPr>
        <p:spPr>
          <a:xfrm>
            <a:off x="909235" y="1802067"/>
            <a:ext cx="998366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Nos van a permitir aportar ejemplos, contexto específico y scripts.</a:t>
            </a: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/scripts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Scripts que puede ejecutar el agente.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Pueden estar en múltiples lenguajes, como bash, JS o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Auto contenidos o dependencias muy bien documentadas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/references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Documentación que los agentes leen bajo demanda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Ejemplo: instrucciones especificas de dominio que solo se ejecutan a veces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/assets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Recursos estáticos como plantillas, diagramas, esquemas, etc.</a:t>
            </a:r>
          </a:p>
        </p:txBody>
      </p:sp>
    </p:spTree>
    <p:extLst>
      <p:ext uri="{BB962C8B-B14F-4D97-AF65-F5344CB8AC3E}">
        <p14:creationId xmlns:p14="http://schemas.microsoft.com/office/powerpoint/2010/main" val="1721035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0E1C-5888-AD7B-05D3-50531C89C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C09990-21D0-81E4-E194-E4EDDEEE4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50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0ECA-5151-2177-9E82-445E11CE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B5FA-CA27-10E8-236B-45D4ADD3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Skills vs otras funcionalidades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DCE030-0D07-58F0-10AC-4A646D546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661795"/>
              </p:ext>
            </p:extLst>
          </p:nvPr>
        </p:nvGraphicFramePr>
        <p:xfrm>
          <a:off x="1019945" y="1820497"/>
          <a:ext cx="10130409" cy="3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46">
                  <a:extLst>
                    <a:ext uri="{9D8B030D-6E8A-4147-A177-3AD203B41FA5}">
                      <a16:colId xmlns:a16="http://schemas.microsoft.com/office/drawing/2014/main" val="1614010820"/>
                    </a:ext>
                  </a:extLst>
                </a:gridCol>
                <a:gridCol w="3222172">
                  <a:extLst>
                    <a:ext uri="{9D8B030D-6E8A-4147-A177-3AD203B41FA5}">
                      <a16:colId xmlns:a16="http://schemas.microsoft.com/office/drawing/2014/main" val="1159485893"/>
                    </a:ext>
                  </a:extLst>
                </a:gridCol>
                <a:gridCol w="4279291">
                  <a:extLst>
                    <a:ext uri="{9D8B030D-6E8A-4147-A177-3AD203B41FA5}">
                      <a16:colId xmlns:a16="http://schemas.microsoft.com/office/drawing/2014/main" val="329714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_tradnl" noProof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noProof="1">
                          <a:solidFill>
                            <a:schemeClr val="bg1"/>
                          </a:solidFill>
                        </a:rPr>
                        <a:t>Cuando cargan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noProof="1">
                          <a:solidFill>
                            <a:schemeClr val="bg1"/>
                          </a:solidFill>
                        </a:rPr>
                        <a:t>Cuando usarlo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492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1">
                          <a:solidFill>
                            <a:schemeClr val="bg1"/>
                          </a:solidFill>
                        </a:rPr>
                        <a:t>Custom Agents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Cuando los usamos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Definir el comportamiento de nuestro agente, cuando llamar tools, skills, etc.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153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1">
                          <a:solidFill>
                            <a:schemeClr val="bg1"/>
                          </a:solidFill>
                        </a:rPr>
                        <a:t>Skills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Bajo demanda por los agentes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Queremos encapsular capacidades para ser usadas por agentes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71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1">
                          <a:solidFill>
                            <a:schemeClr val="bg1"/>
                          </a:solidFill>
                        </a:rPr>
                        <a:t>Instructions (repo) / Agents.MD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En todas las sesiones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Instrucciones generales aplicables a todo el repositorio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9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1">
                          <a:solidFill>
                            <a:schemeClr val="bg1"/>
                          </a:solidFill>
                        </a:rPr>
                        <a:t>Instrucciones (patrón)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En ficheros que hacen match con el patrón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Reglas aplicables a ficheros específicos (ej: convenciones Python)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687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1">
                          <a:solidFill>
                            <a:schemeClr val="bg1"/>
                          </a:solidFill>
                        </a:rPr>
                        <a:t>MCP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Al inicio de la sesión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1">
                          <a:solidFill>
                            <a:schemeClr val="bg1"/>
                          </a:solidFill>
                        </a:rPr>
                        <a:t>Capacidades externas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42132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1646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69C1-C590-8753-D69F-F1512B0F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34321-254E-2902-FBD7-7EBA5B92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Ejemplos de compañeros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D9D818CE-9F33-3CF9-D1C0-635C755B70A7}"/>
              </a:ext>
            </a:extLst>
          </p:cNvPr>
          <p:cNvSpPr txBox="1"/>
          <p:nvPr/>
        </p:nvSpPr>
        <p:spPr>
          <a:xfrm>
            <a:off x="909235" y="1802067"/>
            <a:ext cx="9983666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/>
              </a:rPr>
              <a:t>Modernization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/>
              </a:rPr>
              <a:t>Skill: skill-creator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/>
              </a:rPr>
              <a:t>Skill: modernize-api</a:t>
            </a:r>
            <a:endParaRPr lang="es-ES_tradnl" dirty="0">
              <a:solidFill>
                <a:schemeClr val="bg1"/>
              </a:solidFill>
              <a:latin typeface="Lufg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/>
              </a:rPr>
              <a:t>Skill: playwright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/>
              </a:rPr>
              <a:t>Agente usado para modernizar una App .NET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/>
              </a:rPr>
              <a:t>Modernize-api explica como migrar la API SOAP a REST API. Contiene ejemplos entrada / salida, convenciones, que tipo tests crear y como,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/>
              </a:rPr>
              <a:t>Playwright-testing tiene instrucciones para crear tests de playwright usando lenguaje natural.</a:t>
            </a:r>
          </a:p>
        </p:txBody>
      </p:sp>
    </p:spTree>
    <p:extLst>
      <p:ext uri="{BB962C8B-B14F-4D97-AF65-F5344CB8AC3E}">
        <p14:creationId xmlns:p14="http://schemas.microsoft.com/office/powerpoint/2010/main" val="4376226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7031-A9C1-BD33-A95D-01E7F507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5772-9D02-AA69-818B-B6E3A0F7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Ejemplos de compañeros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9E2FF121-3280-3125-2DF9-CA5B86007D55}"/>
              </a:ext>
            </a:extLst>
          </p:cNvPr>
          <p:cNvSpPr txBox="1"/>
          <p:nvPr/>
        </p:nvSpPr>
        <p:spPr>
          <a:xfrm>
            <a:off x="909235" y="1802067"/>
            <a:ext cx="99836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Otros ejemplos: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Corrector de inglés: Usado por un compañero que está aprendiendo inglés y cuando escribe a copilot en inglés si tiene faltas le corrige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Creador de propuestas: Usado para ayudarnos a crear backlogs y propuestas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Scaffolding: Usado en proyectos nuevos para crear el scaffolding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Skill creator de Anthropic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 panose="00000500000000000000" pitchFamily="50" charset="0"/>
              </a:rPr>
              <a:t>¡Como veis se usan tant para temas de desarrollo como no!</a:t>
            </a:r>
          </a:p>
        </p:txBody>
      </p:sp>
    </p:spTree>
    <p:extLst>
      <p:ext uri="{BB962C8B-B14F-4D97-AF65-F5344CB8AC3E}">
        <p14:creationId xmlns:p14="http://schemas.microsoft.com/office/powerpoint/2010/main" val="31840454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3D504-B4EF-688D-B13F-B802BC71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2611-6445-3461-B84A-413EA7A1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Ejemplos de comunidad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08A37B91-663C-B4E5-1D38-CF76C0B89644}"/>
              </a:ext>
            </a:extLst>
          </p:cNvPr>
          <p:cNvSpPr txBox="1"/>
          <p:nvPr/>
        </p:nvSpPr>
        <p:spPr>
          <a:xfrm>
            <a:off x="331470" y="1802067"/>
            <a:ext cx="7715249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_tradnl" sz="2000" noProof="1">
                <a:solidFill>
                  <a:schemeClr val="bg1"/>
                </a:solidFill>
                <a:latin typeface="Lufg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https://github.com/github/awesome-copilot</a:t>
            </a:r>
            <a:endParaRPr lang="es-ES_tradnl" sz="2000" noProof="1">
              <a:solidFill>
                <a:schemeClr val="bg1"/>
              </a:solidFill>
              <a:latin typeface="Lufga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https://github.com/anthropics/skills</a:t>
            </a:r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https://github.com/openai/openai-agents-python/.agents/skills</a:t>
            </a:r>
            <a:r>
              <a:rPr lang="es-ES_tradnl" sz="2000" noProof="1">
                <a:solidFill>
                  <a:schemeClr val="bg1"/>
                </a:solidFill>
                <a:latin typeface="Lufga"/>
              </a:rPr>
              <a:t> </a:t>
            </a:r>
            <a:endParaRPr lang="es-ES_tradnl" sz="2000" dirty="0">
              <a:solidFill>
                <a:schemeClr val="bg1"/>
              </a:solidFill>
              <a:latin typeface="Lufga"/>
            </a:endParaRPr>
          </a:p>
          <a:p>
            <a:endParaRPr lang="es-ES_tradnl" sz="2000" noProof="1">
              <a:solidFill>
                <a:schemeClr val="bg1"/>
              </a:solidFill>
              <a:latin typeface="Lufga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https://github.com/huggingface/skills/</a:t>
            </a:r>
            <a:endParaRPr lang="es-ES_tradnl" sz="2000" dirty="0">
              <a:solidFill>
                <a:schemeClr val="bg1"/>
              </a:solidFill>
              <a:latin typeface="Lufga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s-ES_tradnl" sz="2000" noProof="1">
              <a:solidFill>
                <a:schemeClr val="bg1"/>
              </a:solidFill>
              <a:latin typeface="Lufga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https://github.com/microsoft/azure-skills/</a:t>
            </a:r>
            <a:endParaRPr lang="es-ES_tradnl" sz="2000" dirty="0">
              <a:solidFill>
                <a:schemeClr val="bg1"/>
              </a:solidFill>
              <a:latin typeface="Lufga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s-ES_tradnl" sz="2000" noProof="1">
              <a:solidFill>
                <a:schemeClr val="bg1"/>
              </a:solidFill>
              <a:latin typeface="Lufga"/>
            </a:endParaRPr>
          </a:p>
          <a:p>
            <a:r>
              <a:rPr lang="es-ES_tradnl" sz="2000" noProof="1">
                <a:solidFill>
                  <a:schemeClr val="bg1"/>
                </a:solidFill>
                <a:latin typeface="Lufga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https://github.com/databricks-solutions/ai-dev-kit/</a:t>
            </a:r>
            <a:r>
              <a:rPr lang="es-ES_tradnl" sz="2000" noProof="1">
                <a:solidFill>
                  <a:schemeClr val="bg1"/>
                </a:solidFill>
                <a:latin typeface="Lufga"/>
              </a:rPr>
              <a:t> </a:t>
            </a:r>
            <a:endParaRPr lang="es-ES_tradnl" sz="2000" dirty="0">
              <a:solidFill>
                <a:schemeClr val="bg1"/>
              </a:solidFill>
              <a:latin typeface="Lufga"/>
            </a:endParaRPr>
          </a:p>
          <a:p>
            <a:endParaRPr lang="es-ES_tradnl" sz="2000" noProof="1">
              <a:solidFill>
                <a:schemeClr val="bg1"/>
              </a:solidFill>
              <a:latin typeface="Lufga"/>
            </a:endParaRPr>
          </a:p>
          <a:p>
            <a:endParaRPr lang="es-ES_tradnl" sz="2000" noProof="1">
              <a:solidFill>
                <a:schemeClr val="bg1"/>
              </a:solidFill>
              <a:latin typeface="Lufga" panose="000005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75B0F9-F43C-54EB-966C-4832020E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1843"/>
          <a:stretch>
            <a:fillRect/>
          </a:stretch>
        </p:blipFill>
        <p:spPr>
          <a:xfrm>
            <a:off x="8256083" y="0"/>
            <a:ext cx="3770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24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6822-7B8B-6667-FDA4-FC11AF87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974A10-AEA3-C946-4273-CB8B62AD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93636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2956-8C45-CC03-B9D3-8AB7A602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8A3A7-8138-3627-EF5B-52FD1C2B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4490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F1B83D-B098-2BAF-BFEF-E9661EE6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Join the Global AI Meetup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9CE60-98FE-4D70-2098-F37DB40E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403" y="2070233"/>
            <a:ext cx="3257194" cy="321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6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ea2f3c7-c116-4f99-9f2b-046c4dd523a5">
      <Terms xmlns="http://schemas.microsoft.com/office/infopath/2007/PartnerControls"/>
    </lcf76f155ced4ddcb4097134ff3c332f>
    <TaxCatchAll xmlns="d3edfee5-c738-40ce-954d-ccc6c35538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19CF0AF175EFE41AD7B37A1BAD40794" ma:contentTypeVersion="11" ma:contentTypeDescription="Crear nuevo documento." ma:contentTypeScope="" ma:versionID="a558fd477e90189f66f173b4c47e9130">
  <xsd:schema xmlns:xsd="http://www.w3.org/2001/XMLSchema" xmlns:xs="http://www.w3.org/2001/XMLSchema" xmlns:p="http://schemas.microsoft.com/office/2006/metadata/properties" xmlns:ns2="8ea2f3c7-c116-4f99-9f2b-046c4dd523a5" xmlns:ns3="d3edfee5-c738-40ce-954d-ccc6c3553808" targetNamespace="http://schemas.microsoft.com/office/2006/metadata/properties" ma:root="true" ma:fieldsID="de200625dc6c7640c6ff657b0da5e6c0" ns2:_="" ns3:_="">
    <xsd:import namespace="8ea2f3c7-c116-4f99-9f2b-046c4dd523a5"/>
    <xsd:import namespace="d3edfee5-c738-40ce-954d-ccc6c3553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a2f3c7-c116-4f99-9f2b-046c4dd523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0154099f-ff77-4dd6-bb50-c15c3bb27e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edfee5-c738-40ce-954d-ccc6c355380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291a4a7-c366-406a-bdf3-8ba1f1be23f2}" ma:internalName="TaxCatchAll" ma:showField="CatchAllData" ma:web="d3edfee5-c738-40ce-954d-ccc6c3553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F6091E-1E8B-4BD4-AA90-75221ED3D456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d3edfee5-c738-40ce-954d-ccc6c3553808"/>
    <ds:schemaRef ds:uri="8ea2f3c7-c116-4f99-9f2b-046c4dd523a5"/>
  </ds:schemaRefs>
</ds:datastoreItem>
</file>

<file path=customXml/itemProps2.xml><?xml version="1.0" encoding="utf-8"?>
<ds:datastoreItem xmlns:ds="http://schemas.openxmlformats.org/officeDocument/2006/customXml" ds:itemID="{3166A811-0E9C-4D5C-AB8F-5DC215D8F6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9A6791-ED12-49F5-B694-230F36AEC6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a2f3c7-c116-4f99-9f2b-046c4dd523a5"/>
    <ds:schemaRef ds:uri="d3edfee5-c738-40ce-954d-ccc6c35538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06d6f96-9f80-47cd-9a61-eb7808785ab7}" enabled="1" method="Standard" siteId="{5c384fed-84cc-44a6-b34a-b060bf102a6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960</Words>
  <Application>Microsoft Macintosh PowerPoint</Application>
  <PresentationFormat>Widescreen</PresentationFormat>
  <Paragraphs>167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Lufga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Que vas a aprender</vt:lpstr>
      <vt:lpstr>Agenda</vt:lpstr>
      <vt:lpstr>Que son las Agent Skills</vt:lpstr>
      <vt:lpstr>Un poco de contexto</vt:lpstr>
      <vt:lpstr>Que es un skill</vt:lpstr>
      <vt:lpstr>Que nos aportan</vt:lpstr>
      <vt:lpstr>Diferencia entre Skill y agente</vt:lpstr>
      <vt:lpstr>Como crear una Skill</vt:lpstr>
      <vt:lpstr>Creación de una skill</vt:lpstr>
      <vt:lpstr>Formato YAML Frontmatter</vt:lpstr>
      <vt:lpstr>Body</vt:lpstr>
      <vt:lpstr>Body</vt:lpstr>
      <vt:lpstr>Directorios opcionales</vt:lpstr>
      <vt:lpstr>Ejemplos</vt:lpstr>
      <vt:lpstr>Skills vs otras funcionalidades</vt:lpstr>
      <vt:lpstr>Ejemplos de compañeros</vt:lpstr>
      <vt:lpstr>Ejemplos de compañeros</vt:lpstr>
      <vt:lpstr>Ejemplos de comunidad</vt:lpstr>
      <vt:lpstr>Demo</vt:lpstr>
      <vt:lpstr>PowerPoint Presentation</vt:lpstr>
      <vt:lpstr>Join the Global AI Meetup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Francisco José Pérez López</cp:lastModifiedBy>
  <cp:revision>36</cp:revision>
  <dcterms:created xsi:type="dcterms:W3CDTF">2026-01-15T14:46:51Z</dcterms:created>
  <dcterms:modified xsi:type="dcterms:W3CDTF">2026-03-14T10:12:41Z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0x010100819CF0AF175EFE41AD7B37A1BAD40794</vt:lpwstr>
  </property>
  <property fmtid="{D5CDD505-2E9C-101B-9397-08002B2CF9AE}" pid="3" name="ClassificationContentMarkingHeaderLocations">
    <vt:lpwstr>Office Theme:10</vt:lpwstr>
  </property>
  <property fmtid="{D5CDD505-2E9C-101B-9397-08002B2CF9AE}" pid="4" name="ClassificationContentMarkingHeaderText">
    <vt:lpwstr>General</vt:lpwstr>
  </property>
</Properties>
</file>